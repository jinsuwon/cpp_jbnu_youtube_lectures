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7" r:id="rId31"/>
    <p:sldId id="288" r:id="rId32"/>
    <p:sldId id="289" r:id="rId33"/>
    <p:sldId id="291" r:id="rId34"/>
    <p:sldId id="292" r:id="rId35"/>
    <p:sldId id="293" r:id="rId36"/>
    <p:sldId id="294" r:id="rId37"/>
    <p:sldId id="295" r:id="rId38"/>
    <p:sldId id="296" r:id="rId39"/>
    <p:sldId id="290" r:id="rId40"/>
    <p:sldId id="284" r:id="rId41"/>
    <p:sldId id="28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0" r:id="rId53"/>
    <p:sldId id="311" r:id="rId54"/>
    <p:sldId id="312" r:id="rId55"/>
    <p:sldId id="307" r:id="rId56"/>
    <p:sldId id="308" r:id="rId57"/>
    <p:sldId id="309" r:id="rId58"/>
    <p:sldId id="313" r:id="rId59"/>
    <p:sldId id="314" r:id="rId60"/>
    <p:sldId id="315" r:id="rId61"/>
    <p:sldId id="316" r:id="rId62"/>
    <p:sldId id="317" r:id="rId63"/>
    <p:sldId id="318" r:id="rId64"/>
    <p:sldId id="320" r:id="rId65"/>
    <p:sldId id="321" r:id="rId66"/>
    <p:sldId id="322" r:id="rId67"/>
    <p:sldId id="323" r:id="rId68"/>
    <p:sldId id="324" r:id="rId69"/>
    <p:sldId id="328" r:id="rId70"/>
    <p:sldId id="329" r:id="rId71"/>
    <p:sldId id="325" r:id="rId72"/>
    <p:sldId id="326" r:id="rId73"/>
    <p:sldId id="327" r:id="rId74"/>
    <p:sldId id="330" r:id="rId75"/>
    <p:sldId id="331" r:id="rId7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47" autoAdjust="0"/>
    <p:restoredTop sz="94660"/>
  </p:normalViewPr>
  <p:slideViewPr>
    <p:cSldViewPr snapToGrid="0">
      <p:cViewPr>
        <p:scale>
          <a:sx n="50" d="100"/>
          <a:sy n="50" d="100"/>
        </p:scale>
        <p:origin x="453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won2 jin" userId="3cf9c821b105ac13" providerId="LiveId" clId="{7FA51403-07A6-42B7-BF86-AF8338884EA3}"/>
    <pc:docChg chg="undo custSel addSld delSld modSld sldOrd">
      <pc:chgData name="suwon2 jin" userId="3cf9c821b105ac13" providerId="LiveId" clId="{7FA51403-07A6-42B7-BF86-AF8338884EA3}" dt="2026-06-15T05:50:38.827" v="1048" actId="47"/>
      <pc:docMkLst>
        <pc:docMk/>
      </pc:docMkLst>
      <pc:sldChg chg="addSp modSp mod">
        <pc:chgData name="suwon2 jin" userId="3cf9c821b105ac13" providerId="LiveId" clId="{7FA51403-07A6-42B7-BF86-AF8338884EA3}" dt="2026-06-15T01:54:51.499" v="911" actId="14100"/>
        <pc:sldMkLst>
          <pc:docMk/>
          <pc:sldMk cId="3909830248" sldId="256"/>
        </pc:sldMkLst>
        <pc:spChg chg="add mod">
          <ac:chgData name="suwon2 jin" userId="3cf9c821b105ac13" providerId="LiveId" clId="{7FA51403-07A6-42B7-BF86-AF8338884EA3}" dt="2026-06-15T01:54:51.499" v="911" actId="14100"/>
          <ac:spMkLst>
            <pc:docMk/>
            <pc:sldMk cId="3909830248" sldId="256"/>
            <ac:spMk id="2" creationId="{67FFDF7D-AD9B-6007-6284-06AB0065B9B1}"/>
          </ac:spMkLst>
        </pc:spChg>
      </pc:sldChg>
      <pc:sldChg chg="addSp modSp mod">
        <pc:chgData name="suwon2 jin" userId="3cf9c821b105ac13" providerId="LiveId" clId="{7FA51403-07A6-42B7-BF86-AF8338884EA3}" dt="2026-05-21T10:27:29.467" v="296" actId="14100"/>
        <pc:sldMkLst>
          <pc:docMk/>
          <pc:sldMk cId="4127322542" sldId="260"/>
        </pc:sldMkLst>
        <pc:spChg chg="add mod">
          <ac:chgData name="suwon2 jin" userId="3cf9c821b105ac13" providerId="LiveId" clId="{7FA51403-07A6-42B7-BF86-AF8338884EA3}" dt="2026-05-21T10:19:16.865" v="66" actId="1076"/>
          <ac:spMkLst>
            <pc:docMk/>
            <pc:sldMk cId="4127322542" sldId="260"/>
            <ac:spMk id="2" creationId="{A190B845-A01E-9B96-DE14-002479734D00}"/>
          </ac:spMkLst>
        </pc:spChg>
        <pc:spChg chg="add mod">
          <ac:chgData name="suwon2 jin" userId="3cf9c821b105ac13" providerId="LiveId" clId="{7FA51403-07A6-42B7-BF86-AF8338884EA3}" dt="2026-05-21T10:26:41.081" v="133" actId="6549"/>
          <ac:spMkLst>
            <pc:docMk/>
            <pc:sldMk cId="4127322542" sldId="260"/>
            <ac:spMk id="4" creationId="{CF07FB0B-AA9B-C65B-B517-90587C0C9966}"/>
          </ac:spMkLst>
        </pc:spChg>
        <pc:spChg chg="add mod">
          <ac:chgData name="suwon2 jin" userId="3cf9c821b105ac13" providerId="LiveId" clId="{7FA51403-07A6-42B7-BF86-AF8338884EA3}" dt="2026-05-21T10:27:29.467" v="296" actId="14100"/>
          <ac:spMkLst>
            <pc:docMk/>
            <pc:sldMk cId="4127322542" sldId="260"/>
            <ac:spMk id="5" creationId="{A7DE234D-1E0C-BF4F-210C-9F28B5D33517}"/>
          </ac:spMkLst>
        </pc:spChg>
        <pc:picChg chg="mod">
          <ac:chgData name="suwon2 jin" userId="3cf9c821b105ac13" providerId="LiveId" clId="{7FA51403-07A6-42B7-BF86-AF8338884EA3}" dt="2026-05-21T10:19:12.672" v="65" actId="1076"/>
          <ac:picMkLst>
            <pc:docMk/>
            <pc:sldMk cId="4127322542" sldId="260"/>
            <ac:picMk id="3" creationId="{EE576599-BF59-7B16-47C3-F300AF3FB307}"/>
          </ac:picMkLst>
        </pc:picChg>
      </pc:sldChg>
      <pc:sldChg chg="addSp mod">
        <pc:chgData name="suwon2 jin" userId="3cf9c821b105ac13" providerId="LiveId" clId="{7FA51403-07A6-42B7-BF86-AF8338884EA3}" dt="2026-05-21T10:31:21.994" v="297" actId="22"/>
        <pc:sldMkLst>
          <pc:docMk/>
          <pc:sldMk cId="1201530960" sldId="261"/>
        </pc:sldMkLst>
        <pc:picChg chg="add">
          <ac:chgData name="suwon2 jin" userId="3cf9c821b105ac13" providerId="LiveId" clId="{7FA51403-07A6-42B7-BF86-AF8338884EA3}" dt="2026-05-21T10:31:21.994" v="297" actId="22"/>
          <ac:picMkLst>
            <pc:docMk/>
            <pc:sldMk cId="1201530960" sldId="261"/>
            <ac:picMk id="3" creationId="{4613CD36-CC7A-1CE7-783F-E3BE25E93D70}"/>
          </ac:picMkLst>
        </pc:picChg>
      </pc:sldChg>
      <pc:sldChg chg="addSp modSp mod">
        <pc:chgData name="suwon2 jin" userId="3cf9c821b105ac13" providerId="LiveId" clId="{7FA51403-07A6-42B7-BF86-AF8338884EA3}" dt="2026-05-21T10:40:59.956" v="414" actId="20577"/>
        <pc:sldMkLst>
          <pc:docMk/>
          <pc:sldMk cId="947188971" sldId="262"/>
        </pc:sldMkLst>
        <pc:spChg chg="add mod">
          <ac:chgData name="suwon2 jin" userId="3cf9c821b105ac13" providerId="LiveId" clId="{7FA51403-07A6-42B7-BF86-AF8338884EA3}" dt="2026-05-21T10:40:59.956" v="414" actId="20577"/>
          <ac:spMkLst>
            <pc:docMk/>
            <pc:sldMk cId="947188971" sldId="262"/>
            <ac:spMk id="6" creationId="{DE862C9D-5A52-0CA2-C864-2372AEEC8F5B}"/>
          </ac:spMkLst>
        </pc:spChg>
        <pc:picChg chg="add mod">
          <ac:chgData name="suwon2 jin" userId="3cf9c821b105ac13" providerId="LiveId" clId="{7FA51403-07A6-42B7-BF86-AF8338884EA3}" dt="2026-05-21T10:39:14.341" v="301" actId="1036"/>
          <ac:picMkLst>
            <pc:docMk/>
            <pc:sldMk cId="947188971" sldId="262"/>
            <ac:picMk id="3" creationId="{372191DA-440F-BABC-90C7-9D846871CA00}"/>
          </ac:picMkLst>
        </pc:picChg>
        <pc:picChg chg="add">
          <ac:chgData name="suwon2 jin" userId="3cf9c821b105ac13" providerId="LiveId" clId="{7FA51403-07A6-42B7-BF86-AF8338884EA3}" dt="2026-05-21T10:39:36.947" v="302" actId="22"/>
          <ac:picMkLst>
            <pc:docMk/>
            <pc:sldMk cId="947188971" sldId="262"/>
            <ac:picMk id="5" creationId="{4BC389A1-5282-DA0C-0B06-E41B1181370A}"/>
          </ac:picMkLst>
        </pc:picChg>
      </pc:sldChg>
      <pc:sldChg chg="addSp mod">
        <pc:chgData name="suwon2 jin" userId="3cf9c821b105ac13" providerId="LiveId" clId="{7FA51403-07A6-42B7-BF86-AF8338884EA3}" dt="2026-05-21T10:42:07.650" v="415" actId="22"/>
        <pc:sldMkLst>
          <pc:docMk/>
          <pc:sldMk cId="2463061429" sldId="263"/>
        </pc:sldMkLst>
        <pc:picChg chg="add">
          <ac:chgData name="suwon2 jin" userId="3cf9c821b105ac13" providerId="LiveId" clId="{7FA51403-07A6-42B7-BF86-AF8338884EA3}" dt="2026-05-21T10:42:07.650" v="415" actId="22"/>
          <ac:picMkLst>
            <pc:docMk/>
            <pc:sldMk cId="2463061429" sldId="263"/>
            <ac:picMk id="3" creationId="{F10E41DA-2C58-4616-D692-FD4DDCF1D713}"/>
          </ac:picMkLst>
        </pc:picChg>
      </pc:sldChg>
      <pc:sldChg chg="addSp modSp mod">
        <pc:chgData name="suwon2 jin" userId="3cf9c821b105ac13" providerId="LiveId" clId="{7FA51403-07A6-42B7-BF86-AF8338884EA3}" dt="2026-05-21T10:47:56.251" v="542" actId="20577"/>
        <pc:sldMkLst>
          <pc:docMk/>
          <pc:sldMk cId="2589070748" sldId="264"/>
        </pc:sldMkLst>
        <pc:spChg chg="add mod">
          <ac:chgData name="suwon2 jin" userId="3cf9c821b105ac13" providerId="LiveId" clId="{7FA51403-07A6-42B7-BF86-AF8338884EA3}" dt="2026-05-21T10:47:56.251" v="542" actId="20577"/>
          <ac:spMkLst>
            <pc:docMk/>
            <pc:sldMk cId="2589070748" sldId="264"/>
            <ac:spMk id="4" creationId="{827A0E1A-1841-69AA-62F2-F307C044D9FE}"/>
          </ac:spMkLst>
        </pc:spChg>
        <pc:picChg chg="add">
          <ac:chgData name="suwon2 jin" userId="3cf9c821b105ac13" providerId="LiveId" clId="{7FA51403-07A6-42B7-BF86-AF8338884EA3}" dt="2026-05-21T10:43:57.474" v="416" actId="22"/>
          <ac:picMkLst>
            <pc:docMk/>
            <pc:sldMk cId="2589070748" sldId="264"/>
            <ac:picMk id="3" creationId="{9CB85E1B-6DCD-D695-6B33-16574EAA1B7F}"/>
          </ac:picMkLst>
        </pc:picChg>
      </pc:sldChg>
      <pc:sldChg chg="addSp delSp modSp mod">
        <pc:chgData name="suwon2 jin" userId="3cf9c821b105ac13" providerId="LiveId" clId="{7FA51403-07A6-42B7-BF86-AF8338884EA3}" dt="2026-05-21T10:55:48.004" v="711" actId="14100"/>
        <pc:sldMkLst>
          <pc:docMk/>
          <pc:sldMk cId="2979426254" sldId="265"/>
        </pc:sldMkLst>
        <pc:spChg chg="add mod">
          <ac:chgData name="suwon2 jin" userId="3cf9c821b105ac13" providerId="LiveId" clId="{7FA51403-07A6-42B7-BF86-AF8338884EA3}" dt="2026-05-21T10:55:48.004" v="711" actId="14100"/>
          <ac:spMkLst>
            <pc:docMk/>
            <pc:sldMk cId="2979426254" sldId="265"/>
            <ac:spMk id="7" creationId="{CA2DB74D-1FF7-95AE-AFA6-ACE9693AD47A}"/>
          </ac:spMkLst>
        </pc:spChg>
        <pc:picChg chg="add">
          <ac:chgData name="suwon2 jin" userId="3cf9c821b105ac13" providerId="LiveId" clId="{7FA51403-07A6-42B7-BF86-AF8338884EA3}" dt="2026-05-21T10:54:04.306" v="545" actId="22"/>
          <ac:picMkLst>
            <pc:docMk/>
            <pc:sldMk cId="2979426254" sldId="265"/>
            <ac:picMk id="5" creationId="{05882FEA-5AA5-29A9-77F3-DDE68D766973}"/>
          </ac:picMkLst>
        </pc:picChg>
      </pc:sldChg>
      <pc:sldChg chg="addSp mod">
        <pc:chgData name="suwon2 jin" userId="3cf9c821b105ac13" providerId="LiveId" clId="{7FA51403-07A6-42B7-BF86-AF8338884EA3}" dt="2026-05-21T10:57:26.899" v="712" actId="22"/>
        <pc:sldMkLst>
          <pc:docMk/>
          <pc:sldMk cId="3188135293" sldId="266"/>
        </pc:sldMkLst>
        <pc:picChg chg="add">
          <ac:chgData name="suwon2 jin" userId="3cf9c821b105ac13" providerId="LiveId" clId="{7FA51403-07A6-42B7-BF86-AF8338884EA3}" dt="2026-05-21T10:57:26.899" v="712" actId="22"/>
          <ac:picMkLst>
            <pc:docMk/>
            <pc:sldMk cId="3188135293" sldId="266"/>
            <ac:picMk id="3" creationId="{2132F767-D508-E837-7B70-EF94777B0233}"/>
          </ac:picMkLst>
        </pc:picChg>
      </pc:sldChg>
      <pc:sldChg chg="addSp mod">
        <pc:chgData name="suwon2 jin" userId="3cf9c821b105ac13" providerId="LiveId" clId="{7FA51403-07A6-42B7-BF86-AF8338884EA3}" dt="2026-05-21T11:07:34.929" v="713" actId="22"/>
        <pc:sldMkLst>
          <pc:docMk/>
          <pc:sldMk cId="1326478020" sldId="267"/>
        </pc:sldMkLst>
        <pc:picChg chg="add">
          <ac:chgData name="suwon2 jin" userId="3cf9c821b105ac13" providerId="LiveId" clId="{7FA51403-07A6-42B7-BF86-AF8338884EA3}" dt="2026-05-21T11:07:34.929" v="713" actId="22"/>
          <ac:picMkLst>
            <pc:docMk/>
            <pc:sldMk cId="1326478020" sldId="267"/>
            <ac:picMk id="3" creationId="{F1C839C3-A36E-329E-9834-F79C63325E3B}"/>
          </ac:picMkLst>
        </pc:picChg>
      </pc:sldChg>
      <pc:sldChg chg="addSp mod">
        <pc:chgData name="suwon2 jin" userId="3cf9c821b105ac13" providerId="LiveId" clId="{7FA51403-07A6-42B7-BF86-AF8338884EA3}" dt="2026-05-21T11:11:49.050" v="714" actId="22"/>
        <pc:sldMkLst>
          <pc:docMk/>
          <pc:sldMk cId="2964326231" sldId="268"/>
        </pc:sldMkLst>
        <pc:picChg chg="add">
          <ac:chgData name="suwon2 jin" userId="3cf9c821b105ac13" providerId="LiveId" clId="{7FA51403-07A6-42B7-BF86-AF8338884EA3}" dt="2026-05-21T11:11:49.050" v="714" actId="22"/>
          <ac:picMkLst>
            <pc:docMk/>
            <pc:sldMk cId="2964326231" sldId="268"/>
            <ac:picMk id="3" creationId="{BA14D3A9-B33C-292E-6758-67B947BEDED2}"/>
          </ac:picMkLst>
        </pc:picChg>
      </pc:sldChg>
      <pc:sldChg chg="addSp mod">
        <pc:chgData name="suwon2 jin" userId="3cf9c821b105ac13" providerId="LiveId" clId="{7FA51403-07A6-42B7-BF86-AF8338884EA3}" dt="2026-05-21T11:13:04.591" v="715" actId="22"/>
        <pc:sldMkLst>
          <pc:docMk/>
          <pc:sldMk cId="74201593" sldId="269"/>
        </pc:sldMkLst>
        <pc:picChg chg="add">
          <ac:chgData name="suwon2 jin" userId="3cf9c821b105ac13" providerId="LiveId" clId="{7FA51403-07A6-42B7-BF86-AF8338884EA3}" dt="2026-05-21T11:13:04.591" v="715" actId="22"/>
          <ac:picMkLst>
            <pc:docMk/>
            <pc:sldMk cId="74201593" sldId="269"/>
            <ac:picMk id="3" creationId="{8E3885B9-DC1D-5870-27BC-9A6372976B94}"/>
          </ac:picMkLst>
        </pc:picChg>
      </pc:sldChg>
      <pc:sldChg chg="addSp delSp modSp mod ord">
        <pc:chgData name="suwon2 jin" userId="3cf9c821b105ac13" providerId="LiveId" clId="{7FA51403-07A6-42B7-BF86-AF8338884EA3}" dt="2026-05-21T11:19:52.351" v="795" actId="1076"/>
        <pc:sldMkLst>
          <pc:docMk/>
          <pc:sldMk cId="28627806" sldId="270"/>
        </pc:sldMkLst>
        <pc:spChg chg="add mod ord">
          <ac:chgData name="suwon2 jin" userId="3cf9c821b105ac13" providerId="LiveId" clId="{7FA51403-07A6-42B7-BF86-AF8338884EA3}" dt="2026-05-21T11:19:52.351" v="795" actId="1076"/>
          <ac:spMkLst>
            <pc:docMk/>
            <pc:sldMk cId="28627806" sldId="270"/>
            <ac:spMk id="4" creationId="{7DD89DC6-627E-9272-378A-687F846D44DC}"/>
          </ac:spMkLst>
        </pc:spChg>
        <pc:picChg chg="add">
          <ac:chgData name="suwon2 jin" userId="3cf9c821b105ac13" providerId="LiveId" clId="{7FA51403-07A6-42B7-BF86-AF8338884EA3}" dt="2026-05-21T11:19:43.783" v="792" actId="22"/>
          <ac:picMkLst>
            <pc:docMk/>
            <pc:sldMk cId="28627806" sldId="270"/>
            <ac:picMk id="6" creationId="{29A4E132-2848-C16A-9B8B-E0B4F4DF9084}"/>
          </ac:picMkLst>
        </pc:picChg>
      </pc:sldChg>
      <pc:sldChg chg="addSp mod">
        <pc:chgData name="suwon2 jin" userId="3cf9c821b105ac13" providerId="LiveId" clId="{7FA51403-07A6-42B7-BF86-AF8338884EA3}" dt="2026-05-21T11:23:59.307" v="829" actId="22"/>
        <pc:sldMkLst>
          <pc:docMk/>
          <pc:sldMk cId="943703525" sldId="271"/>
        </pc:sldMkLst>
        <pc:picChg chg="add">
          <ac:chgData name="suwon2 jin" userId="3cf9c821b105ac13" providerId="LiveId" clId="{7FA51403-07A6-42B7-BF86-AF8338884EA3}" dt="2026-05-21T11:23:59.307" v="829" actId="22"/>
          <ac:picMkLst>
            <pc:docMk/>
            <pc:sldMk cId="943703525" sldId="271"/>
            <ac:picMk id="3" creationId="{4B5DAB9D-95EB-F43F-D6D6-BBDFE0966030}"/>
          </ac:picMkLst>
        </pc:picChg>
      </pc:sldChg>
      <pc:sldChg chg="addSp mod">
        <pc:chgData name="suwon2 jin" userId="3cf9c821b105ac13" providerId="LiveId" clId="{7FA51403-07A6-42B7-BF86-AF8338884EA3}" dt="2026-05-21T11:28:08.599" v="830" actId="22"/>
        <pc:sldMkLst>
          <pc:docMk/>
          <pc:sldMk cId="1460720870" sldId="272"/>
        </pc:sldMkLst>
        <pc:picChg chg="add">
          <ac:chgData name="suwon2 jin" userId="3cf9c821b105ac13" providerId="LiveId" clId="{7FA51403-07A6-42B7-BF86-AF8338884EA3}" dt="2026-05-21T11:28:08.599" v="830" actId="22"/>
          <ac:picMkLst>
            <pc:docMk/>
            <pc:sldMk cId="1460720870" sldId="272"/>
            <ac:picMk id="3" creationId="{8F0301D8-98DD-636F-D7B8-087310D826E9}"/>
          </ac:picMkLst>
        </pc:picChg>
      </pc:sldChg>
      <pc:sldChg chg="addSp mod">
        <pc:chgData name="suwon2 jin" userId="3cf9c821b105ac13" providerId="LiveId" clId="{7FA51403-07A6-42B7-BF86-AF8338884EA3}" dt="2026-05-22T02:23:17.024" v="841" actId="22"/>
        <pc:sldMkLst>
          <pc:docMk/>
          <pc:sldMk cId="1567255739" sldId="273"/>
        </pc:sldMkLst>
        <pc:picChg chg="add">
          <ac:chgData name="suwon2 jin" userId="3cf9c821b105ac13" providerId="LiveId" clId="{7FA51403-07A6-42B7-BF86-AF8338884EA3}" dt="2026-05-22T02:23:17.024" v="841" actId="22"/>
          <ac:picMkLst>
            <pc:docMk/>
            <pc:sldMk cId="1567255739" sldId="273"/>
            <ac:picMk id="3" creationId="{E8F1E751-17DC-B84A-7DBF-A297F90F14C2}"/>
          </ac:picMkLst>
        </pc:picChg>
      </pc:sldChg>
      <pc:sldChg chg="addSp delSp new mod">
        <pc:chgData name="suwon2 jin" userId="3cf9c821b105ac13" providerId="LiveId" clId="{7FA51403-07A6-42B7-BF86-AF8338884EA3}" dt="2026-05-22T02:24:02.223" v="856" actId="22"/>
        <pc:sldMkLst>
          <pc:docMk/>
          <pc:sldMk cId="3921835327" sldId="274"/>
        </pc:sldMkLst>
        <pc:picChg chg="add">
          <ac:chgData name="suwon2 jin" userId="3cf9c821b105ac13" providerId="LiveId" clId="{7FA51403-07A6-42B7-BF86-AF8338884EA3}" dt="2026-05-22T02:24:02.223" v="856" actId="22"/>
          <ac:picMkLst>
            <pc:docMk/>
            <pc:sldMk cId="3921835327" sldId="274"/>
            <ac:picMk id="5" creationId="{E10511B4-7CA6-58B6-5DF0-6355DA791E80}"/>
          </ac:picMkLst>
        </pc:picChg>
      </pc:sldChg>
      <pc:sldChg chg="addSp delSp add mod">
        <pc:chgData name="suwon2 jin" userId="3cf9c821b105ac13" providerId="LiveId" clId="{7FA51403-07A6-42B7-BF86-AF8338884EA3}" dt="2026-05-22T02:35:41.195" v="859" actId="22"/>
        <pc:sldMkLst>
          <pc:docMk/>
          <pc:sldMk cId="224260268" sldId="275"/>
        </pc:sldMkLst>
        <pc:picChg chg="add">
          <ac:chgData name="suwon2 jin" userId="3cf9c821b105ac13" providerId="LiveId" clId="{7FA51403-07A6-42B7-BF86-AF8338884EA3}" dt="2026-05-22T02:35:41.195" v="859" actId="22"/>
          <ac:picMkLst>
            <pc:docMk/>
            <pc:sldMk cId="224260268" sldId="275"/>
            <ac:picMk id="5" creationId="{FC42BCA4-A798-1AF2-869B-8E40525CA3AA}"/>
          </ac:picMkLst>
        </pc:picChg>
      </pc:sldChg>
      <pc:sldChg chg="addSp add mod">
        <pc:chgData name="suwon2 jin" userId="3cf9c821b105ac13" providerId="LiveId" clId="{7FA51403-07A6-42B7-BF86-AF8338884EA3}" dt="2026-05-22T02:35:54.400" v="860" actId="22"/>
        <pc:sldMkLst>
          <pc:docMk/>
          <pc:sldMk cId="2796837924" sldId="276"/>
        </pc:sldMkLst>
        <pc:picChg chg="add">
          <ac:chgData name="suwon2 jin" userId="3cf9c821b105ac13" providerId="LiveId" clId="{7FA51403-07A6-42B7-BF86-AF8338884EA3}" dt="2026-05-22T02:35:54.400" v="860" actId="22"/>
          <ac:picMkLst>
            <pc:docMk/>
            <pc:sldMk cId="2796837924" sldId="276"/>
            <ac:picMk id="3" creationId="{CEEC1B4A-EDC4-9362-761A-14FC4B9A411E}"/>
          </ac:picMkLst>
        </pc:picChg>
      </pc:sldChg>
      <pc:sldChg chg="addSp add mod">
        <pc:chgData name="suwon2 jin" userId="3cf9c821b105ac13" providerId="LiveId" clId="{7FA51403-07A6-42B7-BF86-AF8338884EA3}" dt="2026-05-22T02:40:18.428" v="861" actId="22"/>
        <pc:sldMkLst>
          <pc:docMk/>
          <pc:sldMk cId="3776271777" sldId="277"/>
        </pc:sldMkLst>
        <pc:picChg chg="add">
          <ac:chgData name="suwon2 jin" userId="3cf9c821b105ac13" providerId="LiveId" clId="{7FA51403-07A6-42B7-BF86-AF8338884EA3}" dt="2026-05-22T02:40:18.428" v="861" actId="22"/>
          <ac:picMkLst>
            <pc:docMk/>
            <pc:sldMk cId="3776271777" sldId="277"/>
            <ac:picMk id="3" creationId="{B698F89F-461C-F186-76A5-57BD349C39C7}"/>
          </ac:picMkLst>
        </pc:picChg>
      </pc:sldChg>
      <pc:sldChg chg="addSp modSp add mod">
        <pc:chgData name="suwon2 jin" userId="3cf9c821b105ac13" providerId="LiveId" clId="{7FA51403-07A6-42B7-BF86-AF8338884EA3}" dt="2026-05-22T02:47:42.900" v="867" actId="1076"/>
        <pc:sldMkLst>
          <pc:docMk/>
          <pc:sldMk cId="3777771396" sldId="278"/>
        </pc:sldMkLst>
        <pc:picChg chg="add">
          <ac:chgData name="suwon2 jin" userId="3cf9c821b105ac13" providerId="LiveId" clId="{7FA51403-07A6-42B7-BF86-AF8338884EA3}" dt="2026-05-22T02:40:26.295" v="862" actId="22"/>
          <ac:picMkLst>
            <pc:docMk/>
            <pc:sldMk cId="3777771396" sldId="278"/>
            <ac:picMk id="3" creationId="{5D2BA5C9-C2CD-607B-9FCC-5AB529CAF2B0}"/>
          </ac:picMkLst>
        </pc:picChg>
        <pc:picChg chg="add mod">
          <ac:chgData name="suwon2 jin" userId="3cf9c821b105ac13" providerId="LiveId" clId="{7FA51403-07A6-42B7-BF86-AF8338884EA3}" dt="2026-05-22T02:47:42.900" v="867" actId="1076"/>
          <ac:picMkLst>
            <pc:docMk/>
            <pc:sldMk cId="3777771396" sldId="278"/>
            <ac:picMk id="5" creationId="{B83A3431-243B-9432-5343-C3093E04477C}"/>
          </ac:picMkLst>
        </pc:picChg>
      </pc:sldChg>
      <pc:sldChg chg="addSp delSp add mod">
        <pc:chgData name="suwon2 jin" userId="3cf9c821b105ac13" providerId="LiveId" clId="{7FA51403-07A6-42B7-BF86-AF8338884EA3}" dt="2026-05-22T02:48:59.125" v="869" actId="22"/>
        <pc:sldMkLst>
          <pc:docMk/>
          <pc:sldMk cId="2025870428" sldId="279"/>
        </pc:sldMkLst>
        <pc:picChg chg="add">
          <ac:chgData name="suwon2 jin" userId="3cf9c821b105ac13" providerId="LiveId" clId="{7FA51403-07A6-42B7-BF86-AF8338884EA3}" dt="2026-05-22T02:48:59.125" v="869" actId="22"/>
          <ac:picMkLst>
            <pc:docMk/>
            <pc:sldMk cId="2025870428" sldId="279"/>
            <ac:picMk id="7" creationId="{C0DCD20A-37D5-87E7-3800-10D2E5238EC0}"/>
          </ac:picMkLst>
        </pc:picChg>
      </pc:sldChg>
      <pc:sldChg chg="addSp add mod">
        <pc:chgData name="suwon2 jin" userId="3cf9c821b105ac13" providerId="LiveId" clId="{7FA51403-07A6-42B7-BF86-AF8338884EA3}" dt="2026-05-22T02:50:09.490" v="870" actId="22"/>
        <pc:sldMkLst>
          <pc:docMk/>
          <pc:sldMk cId="4227748554" sldId="280"/>
        </pc:sldMkLst>
        <pc:picChg chg="add">
          <ac:chgData name="suwon2 jin" userId="3cf9c821b105ac13" providerId="LiveId" clId="{7FA51403-07A6-42B7-BF86-AF8338884EA3}" dt="2026-05-22T02:50:09.490" v="870" actId="22"/>
          <ac:picMkLst>
            <pc:docMk/>
            <pc:sldMk cId="4227748554" sldId="280"/>
            <ac:picMk id="3" creationId="{FDA7EBAE-9DE8-D9CD-8503-3A20AF89D16A}"/>
          </ac:picMkLst>
        </pc:picChg>
      </pc:sldChg>
      <pc:sldChg chg="addSp add mod">
        <pc:chgData name="suwon2 jin" userId="3cf9c821b105ac13" providerId="LiveId" clId="{7FA51403-07A6-42B7-BF86-AF8338884EA3}" dt="2026-05-22T03:02:34.378" v="871" actId="22"/>
        <pc:sldMkLst>
          <pc:docMk/>
          <pc:sldMk cId="2437604825" sldId="281"/>
        </pc:sldMkLst>
        <pc:picChg chg="add">
          <ac:chgData name="suwon2 jin" userId="3cf9c821b105ac13" providerId="LiveId" clId="{7FA51403-07A6-42B7-BF86-AF8338884EA3}" dt="2026-05-22T03:02:34.378" v="871" actId="22"/>
          <ac:picMkLst>
            <pc:docMk/>
            <pc:sldMk cId="2437604825" sldId="281"/>
            <ac:picMk id="3" creationId="{A9CB1572-DD85-1C90-6965-F5459682E925}"/>
          </ac:picMkLst>
        </pc:picChg>
      </pc:sldChg>
      <pc:sldChg chg="addSp add mod">
        <pc:chgData name="suwon2 jin" userId="3cf9c821b105ac13" providerId="LiveId" clId="{7FA51403-07A6-42B7-BF86-AF8338884EA3}" dt="2026-05-22T03:05:21.031" v="872" actId="22"/>
        <pc:sldMkLst>
          <pc:docMk/>
          <pc:sldMk cId="2046486760" sldId="282"/>
        </pc:sldMkLst>
        <pc:picChg chg="add">
          <ac:chgData name="suwon2 jin" userId="3cf9c821b105ac13" providerId="LiveId" clId="{7FA51403-07A6-42B7-BF86-AF8338884EA3}" dt="2026-05-22T03:05:21.031" v="872" actId="22"/>
          <ac:picMkLst>
            <pc:docMk/>
            <pc:sldMk cId="2046486760" sldId="282"/>
            <ac:picMk id="3" creationId="{C1889BAB-2749-8907-73CC-E2A80DE68FB1}"/>
          </ac:picMkLst>
        </pc:picChg>
      </pc:sldChg>
      <pc:sldChg chg="addSp add del mod">
        <pc:chgData name="suwon2 jin" userId="3cf9c821b105ac13" providerId="LiveId" clId="{7FA51403-07A6-42B7-BF86-AF8338884EA3}" dt="2026-05-22T03:33:00.909" v="890" actId="22"/>
        <pc:sldMkLst>
          <pc:docMk/>
          <pc:sldMk cId="2572233534" sldId="283"/>
        </pc:sldMkLst>
        <pc:picChg chg="add">
          <ac:chgData name="suwon2 jin" userId="3cf9c821b105ac13" providerId="LiveId" clId="{7FA51403-07A6-42B7-BF86-AF8338884EA3}" dt="2026-05-22T03:33:00.909" v="890" actId="22"/>
          <ac:picMkLst>
            <pc:docMk/>
            <pc:sldMk cId="2572233534" sldId="283"/>
            <ac:picMk id="3" creationId="{39DF6C17-4321-BC9D-1DC1-F36762C15C63}"/>
          </ac:picMkLst>
        </pc:picChg>
      </pc:sldChg>
      <pc:sldChg chg="addSp delSp add mod">
        <pc:chgData name="suwon2 jin" userId="3cf9c821b105ac13" providerId="LiveId" clId="{7FA51403-07A6-42B7-BF86-AF8338884EA3}" dt="2026-06-15T02:19:22.931" v="922" actId="22"/>
        <pc:sldMkLst>
          <pc:docMk/>
          <pc:sldMk cId="1301545996" sldId="284"/>
        </pc:sldMkLst>
        <pc:picChg chg="add del">
          <ac:chgData name="suwon2 jin" userId="3cf9c821b105ac13" providerId="LiveId" clId="{7FA51403-07A6-42B7-BF86-AF8338884EA3}" dt="2026-06-15T02:19:22.633" v="921" actId="478"/>
          <ac:picMkLst>
            <pc:docMk/>
            <pc:sldMk cId="1301545996" sldId="284"/>
            <ac:picMk id="3" creationId="{4BB5D10E-19E2-1699-420D-71FF07AC8E6C}"/>
          </ac:picMkLst>
        </pc:picChg>
        <pc:picChg chg="add">
          <ac:chgData name="suwon2 jin" userId="3cf9c821b105ac13" providerId="LiveId" clId="{7FA51403-07A6-42B7-BF86-AF8338884EA3}" dt="2026-06-15T02:19:22.931" v="922" actId="22"/>
          <ac:picMkLst>
            <pc:docMk/>
            <pc:sldMk cId="1301545996" sldId="284"/>
            <ac:picMk id="5" creationId="{D27A2279-FE45-4C73-5CFD-062F9715EE2F}"/>
          </ac:picMkLst>
        </pc:picChg>
      </pc:sldChg>
      <pc:sldChg chg="addSp add mod">
        <pc:chgData name="suwon2 jin" userId="3cf9c821b105ac13" providerId="LiveId" clId="{7FA51403-07A6-42B7-BF86-AF8338884EA3}" dt="2026-06-15T02:20:25.548" v="923" actId="22"/>
        <pc:sldMkLst>
          <pc:docMk/>
          <pc:sldMk cId="3871283814" sldId="285"/>
        </pc:sldMkLst>
        <pc:picChg chg="add">
          <ac:chgData name="suwon2 jin" userId="3cf9c821b105ac13" providerId="LiveId" clId="{7FA51403-07A6-42B7-BF86-AF8338884EA3}" dt="2026-06-15T02:20:25.548" v="923" actId="22"/>
          <ac:picMkLst>
            <pc:docMk/>
            <pc:sldMk cId="3871283814" sldId="285"/>
            <ac:picMk id="3" creationId="{947DB172-9CCC-BE2C-2B2C-A4F6DA4F1CC4}"/>
          </ac:picMkLst>
        </pc:picChg>
      </pc:sldChg>
      <pc:sldChg chg="addSp add mod">
        <pc:chgData name="suwon2 jin" userId="3cf9c821b105ac13" providerId="LiveId" clId="{7FA51403-07A6-42B7-BF86-AF8338884EA3}" dt="2026-05-22T03:56:14.447" v="891" actId="22"/>
        <pc:sldMkLst>
          <pc:docMk/>
          <pc:sldMk cId="3525038368" sldId="286"/>
        </pc:sldMkLst>
        <pc:picChg chg="add">
          <ac:chgData name="suwon2 jin" userId="3cf9c821b105ac13" providerId="LiveId" clId="{7FA51403-07A6-42B7-BF86-AF8338884EA3}" dt="2026-05-22T03:56:14.447" v="891" actId="22"/>
          <ac:picMkLst>
            <pc:docMk/>
            <pc:sldMk cId="3525038368" sldId="286"/>
            <ac:picMk id="3" creationId="{FF98DCFC-5572-CEC9-BEC1-BAF013793672}"/>
          </ac:picMkLst>
        </pc:picChg>
      </pc:sldChg>
      <pc:sldChg chg="addSp delSp add mod">
        <pc:chgData name="suwon2 jin" userId="3cf9c821b105ac13" providerId="LiveId" clId="{7FA51403-07A6-42B7-BF86-AF8338884EA3}" dt="2026-05-22T04:08:55.110" v="896" actId="22"/>
        <pc:sldMkLst>
          <pc:docMk/>
          <pc:sldMk cId="2562452395" sldId="287"/>
        </pc:sldMkLst>
        <pc:picChg chg="add">
          <ac:chgData name="suwon2 jin" userId="3cf9c821b105ac13" providerId="LiveId" clId="{7FA51403-07A6-42B7-BF86-AF8338884EA3}" dt="2026-05-22T04:08:55.110" v="896" actId="22"/>
          <ac:picMkLst>
            <pc:docMk/>
            <pc:sldMk cId="2562452395" sldId="287"/>
            <ac:picMk id="7" creationId="{A2989BE2-5950-A814-E683-1DC0D090C074}"/>
          </ac:picMkLst>
        </pc:picChg>
      </pc:sldChg>
      <pc:sldChg chg="addSp delSp add mod">
        <pc:chgData name="suwon2 jin" userId="3cf9c821b105ac13" providerId="LiveId" clId="{7FA51403-07A6-42B7-BF86-AF8338884EA3}" dt="2026-05-22T04:12:33.995" v="907" actId="22"/>
        <pc:sldMkLst>
          <pc:docMk/>
          <pc:sldMk cId="3332966470" sldId="288"/>
        </pc:sldMkLst>
        <pc:picChg chg="add">
          <ac:chgData name="suwon2 jin" userId="3cf9c821b105ac13" providerId="LiveId" clId="{7FA51403-07A6-42B7-BF86-AF8338884EA3}" dt="2026-05-22T04:12:33.995" v="907" actId="22"/>
          <ac:picMkLst>
            <pc:docMk/>
            <pc:sldMk cId="3332966470" sldId="288"/>
            <ac:picMk id="7" creationId="{3D66EEFC-3923-60F5-AC4F-C283D390151B}"/>
          </ac:picMkLst>
        </pc:picChg>
      </pc:sldChg>
      <pc:sldChg chg="addSp add mod">
        <pc:chgData name="suwon2 jin" userId="3cf9c821b105ac13" providerId="LiveId" clId="{7FA51403-07A6-42B7-BF86-AF8338884EA3}" dt="2026-06-15T02:02:30.270" v="912" actId="22"/>
        <pc:sldMkLst>
          <pc:docMk/>
          <pc:sldMk cId="2752389437" sldId="289"/>
        </pc:sldMkLst>
        <pc:picChg chg="add">
          <ac:chgData name="suwon2 jin" userId="3cf9c821b105ac13" providerId="LiveId" clId="{7FA51403-07A6-42B7-BF86-AF8338884EA3}" dt="2026-06-15T02:02:30.270" v="912" actId="22"/>
          <ac:picMkLst>
            <pc:docMk/>
            <pc:sldMk cId="2752389437" sldId="289"/>
            <ac:picMk id="3" creationId="{1D3A9EE6-16D0-B62C-97B6-24566DCFA05D}"/>
          </ac:picMkLst>
        </pc:picChg>
      </pc:sldChg>
      <pc:sldChg chg="addSp add mod">
        <pc:chgData name="suwon2 jin" userId="3cf9c821b105ac13" providerId="LiveId" clId="{7FA51403-07A6-42B7-BF86-AF8338884EA3}" dt="2026-06-15T02:14:40.820" v="919" actId="22"/>
        <pc:sldMkLst>
          <pc:docMk/>
          <pc:sldMk cId="3076095430" sldId="290"/>
        </pc:sldMkLst>
        <pc:picChg chg="add">
          <ac:chgData name="suwon2 jin" userId="3cf9c821b105ac13" providerId="LiveId" clId="{7FA51403-07A6-42B7-BF86-AF8338884EA3}" dt="2026-06-15T02:14:40.820" v="919" actId="22"/>
          <ac:picMkLst>
            <pc:docMk/>
            <pc:sldMk cId="3076095430" sldId="290"/>
            <ac:picMk id="3" creationId="{6074B208-9E5E-B190-1BCD-37DFCB73A17C}"/>
          </ac:picMkLst>
        </pc:picChg>
      </pc:sldChg>
      <pc:sldChg chg="addSp add mod">
        <pc:chgData name="suwon2 jin" userId="3cf9c821b105ac13" providerId="LiveId" clId="{7FA51403-07A6-42B7-BF86-AF8338884EA3}" dt="2026-06-15T02:02:46.304" v="913" actId="22"/>
        <pc:sldMkLst>
          <pc:docMk/>
          <pc:sldMk cId="1186722863" sldId="291"/>
        </pc:sldMkLst>
        <pc:picChg chg="add">
          <ac:chgData name="suwon2 jin" userId="3cf9c821b105ac13" providerId="LiveId" clId="{7FA51403-07A6-42B7-BF86-AF8338884EA3}" dt="2026-06-15T02:02:46.304" v="913" actId="22"/>
          <ac:picMkLst>
            <pc:docMk/>
            <pc:sldMk cId="1186722863" sldId="291"/>
            <ac:picMk id="3" creationId="{EAA3CDA1-599D-3DBF-5436-5B06BC31B669}"/>
          </ac:picMkLst>
        </pc:picChg>
      </pc:sldChg>
      <pc:sldChg chg="addSp add mod">
        <pc:chgData name="suwon2 jin" userId="3cf9c821b105ac13" providerId="LiveId" clId="{7FA51403-07A6-42B7-BF86-AF8338884EA3}" dt="2026-06-15T02:07:09.805" v="914" actId="22"/>
        <pc:sldMkLst>
          <pc:docMk/>
          <pc:sldMk cId="2476538826" sldId="292"/>
        </pc:sldMkLst>
        <pc:picChg chg="add">
          <ac:chgData name="suwon2 jin" userId="3cf9c821b105ac13" providerId="LiveId" clId="{7FA51403-07A6-42B7-BF86-AF8338884EA3}" dt="2026-06-15T02:07:09.805" v="914" actId="22"/>
          <ac:picMkLst>
            <pc:docMk/>
            <pc:sldMk cId="2476538826" sldId="292"/>
            <ac:picMk id="3" creationId="{3D834D85-6F26-405F-6848-979D09EAD80A}"/>
          </ac:picMkLst>
        </pc:picChg>
      </pc:sldChg>
      <pc:sldChg chg="addSp add mod">
        <pc:chgData name="suwon2 jin" userId="3cf9c821b105ac13" providerId="LiveId" clId="{7FA51403-07A6-42B7-BF86-AF8338884EA3}" dt="2026-06-15T02:07:22.820" v="915" actId="22"/>
        <pc:sldMkLst>
          <pc:docMk/>
          <pc:sldMk cId="4025191685" sldId="293"/>
        </pc:sldMkLst>
        <pc:picChg chg="add">
          <ac:chgData name="suwon2 jin" userId="3cf9c821b105ac13" providerId="LiveId" clId="{7FA51403-07A6-42B7-BF86-AF8338884EA3}" dt="2026-06-15T02:07:22.820" v="915" actId="22"/>
          <ac:picMkLst>
            <pc:docMk/>
            <pc:sldMk cId="4025191685" sldId="293"/>
            <ac:picMk id="3" creationId="{2F21F9B8-5956-C66E-B387-4A9F6195C01F}"/>
          </ac:picMkLst>
        </pc:picChg>
      </pc:sldChg>
      <pc:sldChg chg="addSp add mod">
        <pc:chgData name="suwon2 jin" userId="3cf9c821b105ac13" providerId="LiveId" clId="{7FA51403-07A6-42B7-BF86-AF8338884EA3}" dt="2026-06-15T02:10:02.851" v="916" actId="22"/>
        <pc:sldMkLst>
          <pc:docMk/>
          <pc:sldMk cId="1873391635" sldId="294"/>
        </pc:sldMkLst>
        <pc:picChg chg="add">
          <ac:chgData name="suwon2 jin" userId="3cf9c821b105ac13" providerId="LiveId" clId="{7FA51403-07A6-42B7-BF86-AF8338884EA3}" dt="2026-06-15T02:10:02.851" v="916" actId="22"/>
          <ac:picMkLst>
            <pc:docMk/>
            <pc:sldMk cId="1873391635" sldId="294"/>
            <ac:picMk id="3" creationId="{4E7B9DA5-A5BD-B82B-37CA-584008EA6CE4}"/>
          </ac:picMkLst>
        </pc:picChg>
      </pc:sldChg>
      <pc:sldChg chg="addSp add mod">
        <pc:chgData name="suwon2 jin" userId="3cf9c821b105ac13" providerId="LiveId" clId="{7FA51403-07A6-42B7-BF86-AF8338884EA3}" dt="2026-06-15T02:12:00.841" v="917" actId="22"/>
        <pc:sldMkLst>
          <pc:docMk/>
          <pc:sldMk cId="470861000" sldId="295"/>
        </pc:sldMkLst>
        <pc:picChg chg="add">
          <ac:chgData name="suwon2 jin" userId="3cf9c821b105ac13" providerId="LiveId" clId="{7FA51403-07A6-42B7-BF86-AF8338884EA3}" dt="2026-06-15T02:12:00.841" v="917" actId="22"/>
          <ac:picMkLst>
            <pc:docMk/>
            <pc:sldMk cId="470861000" sldId="295"/>
            <ac:picMk id="3" creationId="{330DF0FB-6B3A-A64B-B7BE-33993541D339}"/>
          </ac:picMkLst>
        </pc:picChg>
      </pc:sldChg>
      <pc:sldChg chg="addSp add mod">
        <pc:chgData name="suwon2 jin" userId="3cf9c821b105ac13" providerId="LiveId" clId="{7FA51403-07A6-42B7-BF86-AF8338884EA3}" dt="2026-06-15T02:12:38.449" v="918" actId="22"/>
        <pc:sldMkLst>
          <pc:docMk/>
          <pc:sldMk cId="236905605" sldId="296"/>
        </pc:sldMkLst>
        <pc:picChg chg="add">
          <ac:chgData name="suwon2 jin" userId="3cf9c821b105ac13" providerId="LiveId" clId="{7FA51403-07A6-42B7-BF86-AF8338884EA3}" dt="2026-06-15T02:12:38.449" v="918" actId="22"/>
          <ac:picMkLst>
            <pc:docMk/>
            <pc:sldMk cId="236905605" sldId="296"/>
            <ac:picMk id="3" creationId="{FDC3D403-9201-0EDD-794F-8CC763ECFBC5}"/>
          </ac:picMkLst>
        </pc:picChg>
      </pc:sldChg>
      <pc:sldChg chg="addSp modSp new mod">
        <pc:chgData name="suwon2 jin" userId="3cf9c821b105ac13" providerId="LiveId" clId="{7FA51403-07A6-42B7-BF86-AF8338884EA3}" dt="2026-06-15T03:04:43.635" v="941" actId="1076"/>
        <pc:sldMkLst>
          <pc:docMk/>
          <pc:sldMk cId="1227979306" sldId="297"/>
        </pc:sldMkLst>
        <pc:picChg chg="add">
          <ac:chgData name="suwon2 jin" userId="3cf9c821b105ac13" providerId="LiveId" clId="{7FA51403-07A6-42B7-BF86-AF8338884EA3}" dt="2026-06-15T02:30:19.681" v="925" actId="22"/>
          <ac:picMkLst>
            <pc:docMk/>
            <pc:sldMk cId="1227979306" sldId="297"/>
            <ac:picMk id="5" creationId="{823D0143-9F2A-0EB7-AFFF-3AA9D2E86630}"/>
          </ac:picMkLst>
        </pc:picChg>
        <pc:picChg chg="add mod">
          <ac:chgData name="suwon2 jin" userId="3cf9c821b105ac13" providerId="LiveId" clId="{7FA51403-07A6-42B7-BF86-AF8338884EA3}" dt="2026-06-15T03:04:39.248" v="940" actId="1076"/>
          <ac:picMkLst>
            <pc:docMk/>
            <pc:sldMk cId="1227979306" sldId="297"/>
            <ac:picMk id="7" creationId="{4C948893-1023-352D-F0F8-9156DF297FE0}"/>
          </ac:picMkLst>
        </pc:picChg>
        <pc:picChg chg="add mod">
          <ac:chgData name="suwon2 jin" userId="3cf9c821b105ac13" providerId="LiveId" clId="{7FA51403-07A6-42B7-BF86-AF8338884EA3}" dt="2026-06-15T03:04:43.635" v="941" actId="1076"/>
          <ac:picMkLst>
            <pc:docMk/>
            <pc:sldMk cId="1227979306" sldId="297"/>
            <ac:picMk id="9" creationId="{A8B32F50-B8DC-C47C-2CCB-F4A4EDC5B098}"/>
          </ac:picMkLst>
        </pc:picChg>
      </pc:sldChg>
      <pc:sldChg chg="addSp new mod">
        <pc:chgData name="suwon2 jin" userId="3cf9c821b105ac13" providerId="LiveId" clId="{7FA51403-07A6-42B7-BF86-AF8338884EA3}" dt="2026-06-15T03:12:14.019" v="942" actId="22"/>
        <pc:sldMkLst>
          <pc:docMk/>
          <pc:sldMk cId="1468468526" sldId="298"/>
        </pc:sldMkLst>
        <pc:picChg chg="add">
          <ac:chgData name="suwon2 jin" userId="3cf9c821b105ac13" providerId="LiveId" clId="{7FA51403-07A6-42B7-BF86-AF8338884EA3}" dt="2026-06-15T03:12:14.019" v="942" actId="22"/>
          <ac:picMkLst>
            <pc:docMk/>
            <pc:sldMk cId="1468468526" sldId="298"/>
            <ac:picMk id="5" creationId="{36D5CD9F-C000-8A2E-E472-46E73BCE3012}"/>
          </ac:picMkLst>
        </pc:picChg>
      </pc:sldChg>
      <pc:sldChg chg="addSp new mod">
        <pc:chgData name="suwon2 jin" userId="3cf9c821b105ac13" providerId="LiveId" clId="{7FA51403-07A6-42B7-BF86-AF8338884EA3}" dt="2026-06-15T03:14:36.329" v="943" actId="22"/>
        <pc:sldMkLst>
          <pc:docMk/>
          <pc:sldMk cId="3798631533" sldId="299"/>
        </pc:sldMkLst>
        <pc:picChg chg="add">
          <ac:chgData name="suwon2 jin" userId="3cf9c821b105ac13" providerId="LiveId" clId="{7FA51403-07A6-42B7-BF86-AF8338884EA3}" dt="2026-06-15T03:14:36.329" v="943" actId="22"/>
          <ac:picMkLst>
            <pc:docMk/>
            <pc:sldMk cId="3798631533" sldId="299"/>
            <ac:picMk id="5" creationId="{E8005AC4-134C-D1A9-C8D5-75A39CB7B42E}"/>
          </ac:picMkLst>
        </pc:picChg>
      </pc:sldChg>
      <pc:sldChg chg="addSp new mod">
        <pc:chgData name="suwon2 jin" userId="3cf9c821b105ac13" providerId="LiveId" clId="{7FA51403-07A6-42B7-BF86-AF8338884EA3}" dt="2026-06-15T03:21:36.627" v="944" actId="22"/>
        <pc:sldMkLst>
          <pc:docMk/>
          <pc:sldMk cId="3949564580" sldId="300"/>
        </pc:sldMkLst>
        <pc:picChg chg="add">
          <ac:chgData name="suwon2 jin" userId="3cf9c821b105ac13" providerId="LiveId" clId="{7FA51403-07A6-42B7-BF86-AF8338884EA3}" dt="2026-06-15T03:21:36.627" v="944" actId="22"/>
          <ac:picMkLst>
            <pc:docMk/>
            <pc:sldMk cId="3949564580" sldId="300"/>
            <ac:picMk id="5" creationId="{3429C208-F148-2BDF-0890-62A1FBACFC92}"/>
          </ac:picMkLst>
        </pc:picChg>
      </pc:sldChg>
      <pc:sldChg chg="addSp new mod">
        <pc:chgData name="suwon2 jin" userId="3cf9c821b105ac13" providerId="LiveId" clId="{7FA51403-07A6-42B7-BF86-AF8338884EA3}" dt="2026-06-15T04:00:31.561" v="945" actId="22"/>
        <pc:sldMkLst>
          <pc:docMk/>
          <pc:sldMk cId="3304620441" sldId="301"/>
        </pc:sldMkLst>
        <pc:picChg chg="add">
          <ac:chgData name="suwon2 jin" userId="3cf9c821b105ac13" providerId="LiveId" clId="{7FA51403-07A6-42B7-BF86-AF8338884EA3}" dt="2026-06-15T04:00:31.561" v="945" actId="22"/>
          <ac:picMkLst>
            <pc:docMk/>
            <pc:sldMk cId="3304620441" sldId="301"/>
            <ac:picMk id="5" creationId="{87ECCAD0-F797-F188-A79E-ABAA35B84AE0}"/>
          </ac:picMkLst>
        </pc:picChg>
      </pc:sldChg>
      <pc:sldChg chg="addSp new mod">
        <pc:chgData name="suwon2 jin" userId="3cf9c821b105ac13" providerId="LiveId" clId="{7FA51403-07A6-42B7-BF86-AF8338884EA3}" dt="2026-06-15T04:02:14.175" v="946" actId="22"/>
        <pc:sldMkLst>
          <pc:docMk/>
          <pc:sldMk cId="4246829597" sldId="302"/>
        </pc:sldMkLst>
        <pc:picChg chg="add">
          <ac:chgData name="suwon2 jin" userId="3cf9c821b105ac13" providerId="LiveId" clId="{7FA51403-07A6-42B7-BF86-AF8338884EA3}" dt="2026-06-15T04:02:14.175" v="946" actId="22"/>
          <ac:picMkLst>
            <pc:docMk/>
            <pc:sldMk cId="4246829597" sldId="302"/>
            <ac:picMk id="5" creationId="{3B1C900A-E1F1-6052-D45E-4375E129B8A7}"/>
          </ac:picMkLst>
        </pc:picChg>
      </pc:sldChg>
      <pc:sldChg chg="addSp new mod">
        <pc:chgData name="suwon2 jin" userId="3cf9c821b105ac13" providerId="LiveId" clId="{7FA51403-07A6-42B7-BF86-AF8338884EA3}" dt="2026-06-15T04:02:59.222" v="947" actId="22"/>
        <pc:sldMkLst>
          <pc:docMk/>
          <pc:sldMk cId="2175394230" sldId="303"/>
        </pc:sldMkLst>
        <pc:picChg chg="add">
          <ac:chgData name="suwon2 jin" userId="3cf9c821b105ac13" providerId="LiveId" clId="{7FA51403-07A6-42B7-BF86-AF8338884EA3}" dt="2026-06-15T04:02:59.222" v="947" actId="22"/>
          <ac:picMkLst>
            <pc:docMk/>
            <pc:sldMk cId="2175394230" sldId="303"/>
            <ac:picMk id="5" creationId="{4D945AD5-74C5-ED45-6E26-88FC41991462}"/>
          </ac:picMkLst>
        </pc:picChg>
      </pc:sldChg>
      <pc:sldChg chg="addSp new mod">
        <pc:chgData name="suwon2 jin" userId="3cf9c821b105ac13" providerId="LiveId" clId="{7FA51403-07A6-42B7-BF86-AF8338884EA3}" dt="2026-06-15T04:05:08.191" v="954" actId="22"/>
        <pc:sldMkLst>
          <pc:docMk/>
          <pc:sldMk cId="3401651632" sldId="304"/>
        </pc:sldMkLst>
        <pc:picChg chg="add">
          <ac:chgData name="suwon2 jin" userId="3cf9c821b105ac13" providerId="LiveId" clId="{7FA51403-07A6-42B7-BF86-AF8338884EA3}" dt="2026-06-15T04:05:08.191" v="954" actId="22"/>
          <ac:picMkLst>
            <pc:docMk/>
            <pc:sldMk cId="3401651632" sldId="304"/>
            <ac:picMk id="5" creationId="{E90B8636-6074-6047-E535-64E886E7E075}"/>
          </ac:picMkLst>
        </pc:picChg>
      </pc:sldChg>
      <pc:sldChg chg="addSp new mod">
        <pc:chgData name="suwon2 jin" userId="3cf9c821b105ac13" providerId="LiveId" clId="{7FA51403-07A6-42B7-BF86-AF8338884EA3}" dt="2026-06-15T04:05:19.054" v="955" actId="22"/>
        <pc:sldMkLst>
          <pc:docMk/>
          <pc:sldMk cId="2386066731" sldId="305"/>
        </pc:sldMkLst>
        <pc:picChg chg="add">
          <ac:chgData name="suwon2 jin" userId="3cf9c821b105ac13" providerId="LiveId" clId="{7FA51403-07A6-42B7-BF86-AF8338884EA3}" dt="2026-06-15T04:05:19.054" v="955" actId="22"/>
          <ac:picMkLst>
            <pc:docMk/>
            <pc:sldMk cId="2386066731" sldId="305"/>
            <ac:picMk id="5" creationId="{DD79B805-E14C-3DB8-A861-D13E9458E9DA}"/>
          </ac:picMkLst>
        </pc:picChg>
      </pc:sldChg>
      <pc:sldChg chg="addSp new mod">
        <pc:chgData name="suwon2 jin" userId="3cf9c821b105ac13" providerId="LiveId" clId="{7FA51403-07A6-42B7-BF86-AF8338884EA3}" dt="2026-06-15T04:05:29.081" v="956" actId="22"/>
        <pc:sldMkLst>
          <pc:docMk/>
          <pc:sldMk cId="3969212880" sldId="306"/>
        </pc:sldMkLst>
        <pc:picChg chg="add">
          <ac:chgData name="suwon2 jin" userId="3cf9c821b105ac13" providerId="LiveId" clId="{7FA51403-07A6-42B7-BF86-AF8338884EA3}" dt="2026-06-15T04:05:29.081" v="956" actId="22"/>
          <ac:picMkLst>
            <pc:docMk/>
            <pc:sldMk cId="3969212880" sldId="306"/>
            <ac:picMk id="5" creationId="{CBAD72D9-370A-F7CB-8437-46A34765E81D}"/>
          </ac:picMkLst>
        </pc:picChg>
      </pc:sldChg>
      <pc:sldChg chg="addSp new mod">
        <pc:chgData name="suwon2 jin" userId="3cf9c821b105ac13" providerId="LiveId" clId="{7FA51403-07A6-42B7-BF86-AF8338884EA3}" dt="2026-06-15T04:19:23.289" v="963" actId="22"/>
        <pc:sldMkLst>
          <pc:docMk/>
          <pc:sldMk cId="1448510649" sldId="307"/>
        </pc:sldMkLst>
        <pc:picChg chg="add">
          <ac:chgData name="suwon2 jin" userId="3cf9c821b105ac13" providerId="LiveId" clId="{7FA51403-07A6-42B7-BF86-AF8338884EA3}" dt="2026-06-15T04:19:23.289" v="963" actId="22"/>
          <ac:picMkLst>
            <pc:docMk/>
            <pc:sldMk cId="1448510649" sldId="307"/>
            <ac:picMk id="5" creationId="{1E16A33F-7F34-E8F1-E7CF-A9989930965E}"/>
          </ac:picMkLst>
        </pc:picChg>
      </pc:sldChg>
      <pc:sldChg chg="addSp new mod">
        <pc:chgData name="suwon2 jin" userId="3cf9c821b105ac13" providerId="LiveId" clId="{7FA51403-07A6-42B7-BF86-AF8338884EA3}" dt="2026-06-15T04:19:28.826" v="964" actId="22"/>
        <pc:sldMkLst>
          <pc:docMk/>
          <pc:sldMk cId="366396063" sldId="308"/>
        </pc:sldMkLst>
        <pc:picChg chg="add">
          <ac:chgData name="suwon2 jin" userId="3cf9c821b105ac13" providerId="LiveId" clId="{7FA51403-07A6-42B7-BF86-AF8338884EA3}" dt="2026-06-15T04:19:28.826" v="964" actId="22"/>
          <ac:picMkLst>
            <pc:docMk/>
            <pc:sldMk cId="366396063" sldId="308"/>
            <ac:picMk id="5" creationId="{08F2B52B-61A7-F858-5B76-D8271D911676}"/>
          </ac:picMkLst>
        </pc:picChg>
      </pc:sldChg>
      <pc:sldChg chg="addSp new mod">
        <pc:chgData name="suwon2 jin" userId="3cf9c821b105ac13" providerId="LiveId" clId="{7FA51403-07A6-42B7-BF86-AF8338884EA3}" dt="2026-06-15T04:21:26.708" v="971" actId="22"/>
        <pc:sldMkLst>
          <pc:docMk/>
          <pc:sldMk cId="471254690" sldId="309"/>
        </pc:sldMkLst>
        <pc:picChg chg="add">
          <ac:chgData name="suwon2 jin" userId="3cf9c821b105ac13" providerId="LiveId" clId="{7FA51403-07A6-42B7-BF86-AF8338884EA3}" dt="2026-06-15T04:21:26.708" v="971" actId="22"/>
          <ac:picMkLst>
            <pc:docMk/>
            <pc:sldMk cId="471254690" sldId="309"/>
            <ac:picMk id="5" creationId="{086A29C6-1705-CE5E-FC07-917FA659059C}"/>
          </ac:picMkLst>
        </pc:picChg>
      </pc:sldChg>
      <pc:sldChg chg="addSp new mod">
        <pc:chgData name="suwon2 jin" userId="3cf9c821b105ac13" providerId="LiveId" clId="{7FA51403-07A6-42B7-BF86-AF8338884EA3}" dt="2026-06-15T04:06:42.581" v="960" actId="22"/>
        <pc:sldMkLst>
          <pc:docMk/>
          <pc:sldMk cId="3007147807" sldId="310"/>
        </pc:sldMkLst>
        <pc:picChg chg="add">
          <ac:chgData name="suwon2 jin" userId="3cf9c821b105ac13" providerId="LiveId" clId="{7FA51403-07A6-42B7-BF86-AF8338884EA3}" dt="2026-06-15T04:06:42.581" v="960" actId="22"/>
          <ac:picMkLst>
            <pc:docMk/>
            <pc:sldMk cId="3007147807" sldId="310"/>
            <ac:picMk id="5" creationId="{32ECB4AE-B3A0-5672-2FB7-27ED9EBEB9C1}"/>
          </ac:picMkLst>
        </pc:picChg>
      </pc:sldChg>
      <pc:sldChg chg="addSp new mod">
        <pc:chgData name="suwon2 jin" userId="3cf9c821b105ac13" providerId="LiveId" clId="{7FA51403-07A6-42B7-BF86-AF8338884EA3}" dt="2026-06-15T04:18:50.539" v="961" actId="22"/>
        <pc:sldMkLst>
          <pc:docMk/>
          <pc:sldMk cId="808559206" sldId="311"/>
        </pc:sldMkLst>
        <pc:picChg chg="add">
          <ac:chgData name="suwon2 jin" userId="3cf9c821b105ac13" providerId="LiveId" clId="{7FA51403-07A6-42B7-BF86-AF8338884EA3}" dt="2026-06-15T04:18:50.539" v="961" actId="22"/>
          <ac:picMkLst>
            <pc:docMk/>
            <pc:sldMk cId="808559206" sldId="311"/>
            <ac:picMk id="5" creationId="{D15D89E4-810D-E82F-04BE-2EC49E7A9842}"/>
          </ac:picMkLst>
        </pc:picChg>
      </pc:sldChg>
      <pc:sldChg chg="addSp new mod">
        <pc:chgData name="suwon2 jin" userId="3cf9c821b105ac13" providerId="LiveId" clId="{7FA51403-07A6-42B7-BF86-AF8338884EA3}" dt="2026-06-15T04:19:03.827" v="962" actId="22"/>
        <pc:sldMkLst>
          <pc:docMk/>
          <pc:sldMk cId="3384201982" sldId="312"/>
        </pc:sldMkLst>
        <pc:picChg chg="add">
          <ac:chgData name="suwon2 jin" userId="3cf9c821b105ac13" providerId="LiveId" clId="{7FA51403-07A6-42B7-BF86-AF8338884EA3}" dt="2026-06-15T04:19:03.827" v="962" actId="22"/>
          <ac:picMkLst>
            <pc:docMk/>
            <pc:sldMk cId="3384201982" sldId="312"/>
            <ac:picMk id="5" creationId="{DA36E72D-60C8-7426-CC5A-150E55B01710}"/>
          </ac:picMkLst>
        </pc:picChg>
      </pc:sldChg>
      <pc:sldChg chg="addSp delSp modSp new mod">
        <pc:chgData name="suwon2 jin" userId="3cf9c821b105ac13" providerId="LiveId" clId="{7FA51403-07A6-42B7-BF86-AF8338884EA3}" dt="2026-06-15T04:48:09.592" v="1003" actId="478"/>
        <pc:sldMkLst>
          <pc:docMk/>
          <pc:sldMk cId="2548024374" sldId="313"/>
        </pc:sldMkLst>
        <pc:picChg chg="add">
          <ac:chgData name="suwon2 jin" userId="3cf9c821b105ac13" providerId="LiveId" clId="{7FA51403-07A6-42B7-BF86-AF8338884EA3}" dt="2026-06-15T04:22:18.897" v="972" actId="22"/>
          <ac:picMkLst>
            <pc:docMk/>
            <pc:sldMk cId="2548024374" sldId="313"/>
            <ac:picMk id="5" creationId="{497990D3-23DC-BDD0-185B-68AE6DD2960E}"/>
          </ac:picMkLst>
        </pc:picChg>
        <pc:picChg chg="add mod">
          <ac:chgData name="suwon2 jin" userId="3cf9c821b105ac13" providerId="LiveId" clId="{7FA51403-07A6-42B7-BF86-AF8338884EA3}" dt="2026-06-15T04:32:56.764" v="988" actId="1076"/>
          <ac:picMkLst>
            <pc:docMk/>
            <pc:sldMk cId="2548024374" sldId="313"/>
            <ac:picMk id="7" creationId="{5434AACA-7071-E34C-8675-56037DEF5E8B}"/>
          </ac:picMkLst>
        </pc:picChg>
        <pc:picChg chg="add mod">
          <ac:chgData name="suwon2 jin" userId="3cf9c821b105ac13" providerId="LiveId" clId="{7FA51403-07A6-42B7-BF86-AF8338884EA3}" dt="2026-06-15T04:32:25.651" v="981" actId="1076"/>
          <ac:picMkLst>
            <pc:docMk/>
            <pc:sldMk cId="2548024374" sldId="313"/>
            <ac:picMk id="9" creationId="{B72C83F8-40E8-1D02-402A-950D45EB7056}"/>
          </ac:picMkLst>
        </pc:picChg>
        <pc:picChg chg="add mod">
          <ac:chgData name="suwon2 jin" userId="3cf9c821b105ac13" providerId="LiveId" clId="{7FA51403-07A6-42B7-BF86-AF8338884EA3}" dt="2026-06-15T04:32:53.262" v="987" actId="14100"/>
          <ac:picMkLst>
            <pc:docMk/>
            <pc:sldMk cId="2548024374" sldId="313"/>
            <ac:picMk id="11" creationId="{01971848-C517-F3C9-C5AD-B7724FDA29C5}"/>
          </ac:picMkLst>
        </pc:picChg>
        <pc:picChg chg="add mod">
          <ac:chgData name="suwon2 jin" userId="3cf9c821b105ac13" providerId="LiveId" clId="{7FA51403-07A6-42B7-BF86-AF8338884EA3}" dt="2026-06-15T04:48:03.256" v="1000" actId="1076"/>
          <ac:picMkLst>
            <pc:docMk/>
            <pc:sldMk cId="2548024374" sldId="313"/>
            <ac:picMk id="13" creationId="{3813D938-E3C0-A261-476B-C6B0633F013C}"/>
          </ac:picMkLst>
        </pc:picChg>
        <pc:picChg chg="add del mod">
          <ac:chgData name="suwon2 jin" userId="3cf9c821b105ac13" providerId="LiveId" clId="{7FA51403-07A6-42B7-BF86-AF8338884EA3}" dt="2026-06-15T04:48:09.592" v="1003" actId="478"/>
          <ac:picMkLst>
            <pc:docMk/>
            <pc:sldMk cId="2548024374" sldId="313"/>
            <ac:picMk id="15" creationId="{1EF1CA30-481C-E55E-CE02-3572942DAA61}"/>
          </ac:picMkLst>
        </pc:picChg>
      </pc:sldChg>
      <pc:sldChg chg="addSp delSp modSp new mod">
        <pc:chgData name="suwon2 jin" userId="3cf9c821b105ac13" providerId="LiveId" clId="{7FA51403-07A6-42B7-BF86-AF8338884EA3}" dt="2026-06-15T04:48:17.713" v="1005" actId="1076"/>
        <pc:sldMkLst>
          <pc:docMk/>
          <pc:sldMk cId="2658129968" sldId="314"/>
        </pc:sldMkLst>
        <pc:picChg chg="add">
          <ac:chgData name="suwon2 jin" userId="3cf9c821b105ac13" providerId="LiveId" clId="{7FA51403-07A6-42B7-BF86-AF8338884EA3}" dt="2026-06-15T04:23:01.738" v="973" actId="22"/>
          <ac:picMkLst>
            <pc:docMk/>
            <pc:sldMk cId="2658129968" sldId="314"/>
            <ac:picMk id="5" creationId="{59B01C91-D775-E756-9C7E-9504A38BA4FF}"/>
          </ac:picMkLst>
        </pc:picChg>
        <pc:picChg chg="add del">
          <ac:chgData name="suwon2 jin" userId="3cf9c821b105ac13" providerId="LiveId" clId="{7FA51403-07A6-42B7-BF86-AF8338884EA3}" dt="2026-06-15T04:39:04.672" v="990" actId="22"/>
          <ac:picMkLst>
            <pc:docMk/>
            <pc:sldMk cId="2658129968" sldId="314"/>
            <ac:picMk id="7" creationId="{9CA53E58-4483-946E-F988-D90ED06A544D}"/>
          </ac:picMkLst>
        </pc:picChg>
        <pc:picChg chg="add mod">
          <ac:chgData name="suwon2 jin" userId="3cf9c821b105ac13" providerId="LiveId" clId="{7FA51403-07A6-42B7-BF86-AF8338884EA3}" dt="2026-06-15T04:48:17.713" v="1005" actId="1076"/>
          <ac:picMkLst>
            <pc:docMk/>
            <pc:sldMk cId="2658129968" sldId="314"/>
            <ac:picMk id="9" creationId="{B1F96BA7-6290-2142-47F7-5B912480C6CF}"/>
          </ac:picMkLst>
        </pc:picChg>
      </pc:sldChg>
      <pc:sldChg chg="addSp modSp new mod">
        <pc:chgData name="suwon2 jin" userId="3cf9c821b105ac13" providerId="LiveId" clId="{7FA51403-07A6-42B7-BF86-AF8338884EA3}" dt="2026-06-15T04:48:21.563" v="1007" actId="1076"/>
        <pc:sldMkLst>
          <pc:docMk/>
          <pc:sldMk cId="2222470530" sldId="315"/>
        </pc:sldMkLst>
        <pc:picChg chg="add">
          <ac:chgData name="suwon2 jin" userId="3cf9c821b105ac13" providerId="LiveId" clId="{7FA51403-07A6-42B7-BF86-AF8338884EA3}" dt="2026-06-15T04:39:05.549" v="991" actId="22"/>
          <ac:picMkLst>
            <pc:docMk/>
            <pc:sldMk cId="2222470530" sldId="315"/>
            <ac:picMk id="5" creationId="{336888F2-410E-EE7A-10EC-B85F08D9B9AD}"/>
          </ac:picMkLst>
        </pc:picChg>
        <pc:picChg chg="add mod">
          <ac:chgData name="suwon2 jin" userId="3cf9c821b105ac13" providerId="LiveId" clId="{7FA51403-07A6-42B7-BF86-AF8338884EA3}" dt="2026-06-15T04:48:21.563" v="1007" actId="1076"/>
          <ac:picMkLst>
            <pc:docMk/>
            <pc:sldMk cId="2222470530" sldId="315"/>
            <ac:picMk id="7" creationId="{3B7A72BC-554D-A1CF-DB51-18E513D64E40}"/>
          </ac:picMkLst>
        </pc:picChg>
      </pc:sldChg>
      <pc:sldChg chg="addSp modSp new mod">
        <pc:chgData name="suwon2 jin" userId="3cf9c821b105ac13" providerId="LiveId" clId="{7FA51403-07A6-42B7-BF86-AF8338884EA3}" dt="2026-06-15T04:48:24.768" v="1009" actId="1076"/>
        <pc:sldMkLst>
          <pc:docMk/>
          <pc:sldMk cId="2688885982" sldId="316"/>
        </pc:sldMkLst>
        <pc:picChg chg="add">
          <ac:chgData name="suwon2 jin" userId="3cf9c821b105ac13" providerId="LiveId" clId="{7FA51403-07A6-42B7-BF86-AF8338884EA3}" dt="2026-06-15T04:44:21.874" v="992" actId="22"/>
          <ac:picMkLst>
            <pc:docMk/>
            <pc:sldMk cId="2688885982" sldId="316"/>
            <ac:picMk id="5" creationId="{2680F8FD-5C2C-566E-9711-9C5D8A9E5ED3}"/>
          </ac:picMkLst>
        </pc:picChg>
        <pc:picChg chg="add mod">
          <ac:chgData name="suwon2 jin" userId="3cf9c821b105ac13" providerId="LiveId" clId="{7FA51403-07A6-42B7-BF86-AF8338884EA3}" dt="2026-06-15T04:48:24.768" v="1009" actId="1076"/>
          <ac:picMkLst>
            <pc:docMk/>
            <pc:sldMk cId="2688885982" sldId="316"/>
            <ac:picMk id="7" creationId="{22D98793-0F80-7DC4-08F2-A76CAFFDEC94}"/>
          </ac:picMkLst>
        </pc:picChg>
      </pc:sldChg>
      <pc:sldChg chg="addSp modSp new mod">
        <pc:chgData name="suwon2 jin" userId="3cf9c821b105ac13" providerId="LiveId" clId="{7FA51403-07A6-42B7-BF86-AF8338884EA3}" dt="2026-06-15T04:48:28.487" v="1011" actId="1076"/>
        <pc:sldMkLst>
          <pc:docMk/>
          <pc:sldMk cId="3677204816" sldId="317"/>
        </pc:sldMkLst>
        <pc:picChg chg="add">
          <ac:chgData name="suwon2 jin" userId="3cf9c821b105ac13" providerId="LiveId" clId="{7FA51403-07A6-42B7-BF86-AF8338884EA3}" dt="2026-06-15T04:46:14.462" v="993" actId="22"/>
          <ac:picMkLst>
            <pc:docMk/>
            <pc:sldMk cId="3677204816" sldId="317"/>
            <ac:picMk id="5" creationId="{2A61B4DF-0C22-9901-BB18-9124AC911F7B}"/>
          </ac:picMkLst>
        </pc:picChg>
        <pc:picChg chg="add mod">
          <ac:chgData name="suwon2 jin" userId="3cf9c821b105ac13" providerId="LiveId" clId="{7FA51403-07A6-42B7-BF86-AF8338884EA3}" dt="2026-06-15T04:48:28.487" v="1011" actId="1076"/>
          <ac:picMkLst>
            <pc:docMk/>
            <pc:sldMk cId="3677204816" sldId="317"/>
            <ac:picMk id="7" creationId="{82D05E64-F257-1BA4-195D-A6ED0C3888F9}"/>
          </ac:picMkLst>
        </pc:picChg>
      </pc:sldChg>
      <pc:sldChg chg="addSp modSp new mod">
        <pc:chgData name="suwon2 jin" userId="3cf9c821b105ac13" providerId="LiveId" clId="{7FA51403-07A6-42B7-BF86-AF8338884EA3}" dt="2026-06-15T04:48:32.552" v="1013" actId="1076"/>
        <pc:sldMkLst>
          <pc:docMk/>
          <pc:sldMk cId="3829432802" sldId="318"/>
        </pc:sldMkLst>
        <pc:picChg chg="add">
          <ac:chgData name="suwon2 jin" userId="3cf9c821b105ac13" providerId="LiveId" clId="{7FA51403-07A6-42B7-BF86-AF8338884EA3}" dt="2026-06-15T04:46:40.906" v="994" actId="22"/>
          <ac:picMkLst>
            <pc:docMk/>
            <pc:sldMk cId="3829432802" sldId="318"/>
            <ac:picMk id="5" creationId="{96D9E4F4-A350-9B87-25E8-4019CD39E31F}"/>
          </ac:picMkLst>
        </pc:picChg>
        <pc:picChg chg="add mod">
          <ac:chgData name="suwon2 jin" userId="3cf9c821b105ac13" providerId="LiveId" clId="{7FA51403-07A6-42B7-BF86-AF8338884EA3}" dt="2026-06-15T04:48:32.552" v="1013" actId="1076"/>
          <ac:picMkLst>
            <pc:docMk/>
            <pc:sldMk cId="3829432802" sldId="318"/>
            <ac:picMk id="7" creationId="{1446F7A3-544C-68DF-4B34-42655142A5C5}"/>
          </ac:picMkLst>
        </pc:picChg>
      </pc:sldChg>
      <pc:sldChg chg="addSp delSp new del mod">
        <pc:chgData name="suwon2 jin" userId="3cf9c821b105ac13" providerId="LiveId" clId="{7FA51403-07A6-42B7-BF86-AF8338884EA3}" dt="2026-06-15T04:50:52.361" v="1022" actId="47"/>
        <pc:sldMkLst>
          <pc:docMk/>
          <pc:sldMk cId="2248846957" sldId="319"/>
        </pc:sldMkLst>
        <pc:picChg chg="add del">
          <ac:chgData name="suwon2 jin" userId="3cf9c821b105ac13" providerId="LiveId" clId="{7FA51403-07A6-42B7-BF86-AF8338884EA3}" dt="2026-06-15T04:47:35.466" v="997" actId="478"/>
          <ac:picMkLst>
            <pc:docMk/>
            <pc:sldMk cId="2248846957" sldId="319"/>
            <ac:picMk id="5" creationId="{C23A2B47-6602-B108-B91A-12029C19631D}"/>
          </ac:picMkLst>
        </pc:picChg>
        <pc:picChg chg="add">
          <ac:chgData name="suwon2 jin" userId="3cf9c821b105ac13" providerId="LiveId" clId="{7FA51403-07A6-42B7-BF86-AF8338884EA3}" dt="2026-06-15T04:47:35.711" v="998" actId="22"/>
          <ac:picMkLst>
            <pc:docMk/>
            <pc:sldMk cId="2248846957" sldId="319"/>
            <ac:picMk id="7" creationId="{D0F6CA6C-A5BB-22C8-973C-5E040DCB0A86}"/>
          </ac:picMkLst>
        </pc:picChg>
      </pc:sldChg>
      <pc:sldChg chg="addSp modSp new mod">
        <pc:chgData name="suwon2 jin" userId="3cf9c821b105ac13" providerId="LiveId" clId="{7FA51403-07A6-42B7-BF86-AF8338884EA3}" dt="2026-06-15T04:50:57.143" v="1025" actId="1076"/>
        <pc:sldMkLst>
          <pc:docMk/>
          <pc:sldMk cId="270117993" sldId="320"/>
        </pc:sldMkLst>
        <pc:picChg chg="add mod">
          <ac:chgData name="suwon2 jin" userId="3cf9c821b105ac13" providerId="LiveId" clId="{7FA51403-07A6-42B7-BF86-AF8338884EA3}" dt="2026-06-15T04:50:57.143" v="1025" actId="1076"/>
          <ac:picMkLst>
            <pc:docMk/>
            <pc:sldMk cId="270117993" sldId="320"/>
            <ac:picMk id="5" creationId="{AD4B579B-5B05-1EB7-171E-C3AEEA9D8BD7}"/>
          </ac:picMkLst>
        </pc:picChg>
      </pc:sldChg>
      <pc:sldChg chg="addSp new mod">
        <pc:chgData name="suwon2 jin" userId="3cf9c821b105ac13" providerId="LiveId" clId="{7FA51403-07A6-42B7-BF86-AF8338884EA3}" dt="2026-06-15T04:51:39.870" v="1026" actId="22"/>
        <pc:sldMkLst>
          <pc:docMk/>
          <pc:sldMk cId="3286886630" sldId="321"/>
        </pc:sldMkLst>
        <pc:picChg chg="add">
          <ac:chgData name="suwon2 jin" userId="3cf9c821b105ac13" providerId="LiveId" clId="{7FA51403-07A6-42B7-BF86-AF8338884EA3}" dt="2026-06-15T04:51:39.870" v="1026" actId="22"/>
          <ac:picMkLst>
            <pc:docMk/>
            <pc:sldMk cId="3286886630" sldId="321"/>
            <ac:picMk id="5" creationId="{7194137D-FBD4-5BCC-9DBB-312C30197ADC}"/>
          </ac:picMkLst>
        </pc:picChg>
      </pc:sldChg>
      <pc:sldChg chg="addSp new mod">
        <pc:chgData name="suwon2 jin" userId="3cf9c821b105ac13" providerId="LiveId" clId="{7FA51403-07A6-42B7-BF86-AF8338884EA3}" dt="2026-06-15T04:51:56.791" v="1027" actId="22"/>
        <pc:sldMkLst>
          <pc:docMk/>
          <pc:sldMk cId="1115898334" sldId="322"/>
        </pc:sldMkLst>
        <pc:picChg chg="add">
          <ac:chgData name="suwon2 jin" userId="3cf9c821b105ac13" providerId="LiveId" clId="{7FA51403-07A6-42B7-BF86-AF8338884EA3}" dt="2026-06-15T04:51:56.791" v="1027" actId="22"/>
          <ac:picMkLst>
            <pc:docMk/>
            <pc:sldMk cId="1115898334" sldId="322"/>
            <ac:picMk id="5" creationId="{942FD2CE-9F5A-4B65-F0E2-CA5FB3E8B86D}"/>
          </ac:picMkLst>
        </pc:picChg>
      </pc:sldChg>
      <pc:sldChg chg="addSp modSp new mod">
        <pc:chgData name="suwon2 jin" userId="3cf9c821b105ac13" providerId="LiveId" clId="{7FA51403-07A6-42B7-BF86-AF8338884EA3}" dt="2026-06-15T05:03:44.894" v="1031" actId="1076"/>
        <pc:sldMkLst>
          <pc:docMk/>
          <pc:sldMk cId="3556566678" sldId="323"/>
        </pc:sldMkLst>
        <pc:picChg chg="add">
          <ac:chgData name="suwon2 jin" userId="3cf9c821b105ac13" providerId="LiveId" clId="{7FA51403-07A6-42B7-BF86-AF8338884EA3}" dt="2026-06-15T04:52:25.476" v="1028" actId="22"/>
          <ac:picMkLst>
            <pc:docMk/>
            <pc:sldMk cId="3556566678" sldId="323"/>
            <ac:picMk id="5" creationId="{62A8A982-7F3A-1FE0-1D7E-DFEE95CAAFAA}"/>
          </ac:picMkLst>
        </pc:picChg>
        <pc:picChg chg="add mod">
          <ac:chgData name="suwon2 jin" userId="3cf9c821b105ac13" providerId="LiveId" clId="{7FA51403-07A6-42B7-BF86-AF8338884EA3}" dt="2026-06-15T05:03:44.894" v="1031" actId="1076"/>
          <ac:picMkLst>
            <pc:docMk/>
            <pc:sldMk cId="3556566678" sldId="323"/>
            <ac:picMk id="7" creationId="{6D35CCE2-9D8A-CE93-EB4F-9D2018755C0D}"/>
          </ac:picMkLst>
        </pc:picChg>
      </pc:sldChg>
      <pc:sldChg chg="addSp new mod">
        <pc:chgData name="suwon2 jin" userId="3cf9c821b105ac13" providerId="LiveId" clId="{7FA51403-07A6-42B7-BF86-AF8338884EA3}" dt="2026-06-15T05:05:23.190" v="1032" actId="22"/>
        <pc:sldMkLst>
          <pc:docMk/>
          <pc:sldMk cId="2561830852" sldId="324"/>
        </pc:sldMkLst>
        <pc:picChg chg="add">
          <ac:chgData name="suwon2 jin" userId="3cf9c821b105ac13" providerId="LiveId" clId="{7FA51403-07A6-42B7-BF86-AF8338884EA3}" dt="2026-06-15T05:05:23.190" v="1032" actId="22"/>
          <ac:picMkLst>
            <pc:docMk/>
            <pc:sldMk cId="2561830852" sldId="324"/>
            <ac:picMk id="5" creationId="{546E1BD4-BDB8-6762-6D71-87011BDB83CC}"/>
          </ac:picMkLst>
        </pc:picChg>
      </pc:sldChg>
      <pc:sldChg chg="addSp new mod">
        <pc:chgData name="suwon2 jin" userId="3cf9c821b105ac13" providerId="LiveId" clId="{7FA51403-07A6-42B7-BF86-AF8338884EA3}" dt="2026-06-15T05:14:36.973" v="1033" actId="22"/>
        <pc:sldMkLst>
          <pc:docMk/>
          <pc:sldMk cId="1631328456" sldId="325"/>
        </pc:sldMkLst>
        <pc:picChg chg="add">
          <ac:chgData name="suwon2 jin" userId="3cf9c821b105ac13" providerId="LiveId" clId="{7FA51403-07A6-42B7-BF86-AF8338884EA3}" dt="2026-06-15T05:14:36.973" v="1033" actId="22"/>
          <ac:picMkLst>
            <pc:docMk/>
            <pc:sldMk cId="1631328456" sldId="325"/>
            <ac:picMk id="5" creationId="{74F214F9-2208-5815-661A-F9B387036E19}"/>
          </ac:picMkLst>
        </pc:picChg>
      </pc:sldChg>
      <pc:sldChg chg="addSp new mod">
        <pc:chgData name="suwon2 jin" userId="3cf9c821b105ac13" providerId="LiveId" clId="{7FA51403-07A6-42B7-BF86-AF8338884EA3}" dt="2026-06-15T05:14:42.222" v="1034" actId="22"/>
        <pc:sldMkLst>
          <pc:docMk/>
          <pc:sldMk cId="377899046" sldId="326"/>
        </pc:sldMkLst>
        <pc:picChg chg="add">
          <ac:chgData name="suwon2 jin" userId="3cf9c821b105ac13" providerId="LiveId" clId="{7FA51403-07A6-42B7-BF86-AF8338884EA3}" dt="2026-06-15T05:14:42.222" v="1034" actId="22"/>
          <ac:picMkLst>
            <pc:docMk/>
            <pc:sldMk cId="377899046" sldId="326"/>
            <ac:picMk id="5" creationId="{D40BF828-4E24-BC37-0035-E1F495C19E5B}"/>
          </ac:picMkLst>
        </pc:picChg>
      </pc:sldChg>
      <pc:sldChg chg="addSp new mod">
        <pc:chgData name="suwon2 jin" userId="3cf9c821b105ac13" providerId="LiveId" clId="{7FA51403-07A6-42B7-BF86-AF8338884EA3}" dt="2026-06-15T05:16:05.128" v="1042" actId="22"/>
        <pc:sldMkLst>
          <pc:docMk/>
          <pc:sldMk cId="1349470664" sldId="327"/>
        </pc:sldMkLst>
        <pc:picChg chg="add">
          <ac:chgData name="suwon2 jin" userId="3cf9c821b105ac13" providerId="LiveId" clId="{7FA51403-07A6-42B7-BF86-AF8338884EA3}" dt="2026-06-15T05:16:05.128" v="1042" actId="22"/>
          <ac:picMkLst>
            <pc:docMk/>
            <pc:sldMk cId="1349470664" sldId="327"/>
            <ac:picMk id="5" creationId="{E7AECB8F-0477-58C2-F440-CE85EFAF0585}"/>
          </ac:picMkLst>
        </pc:picChg>
      </pc:sldChg>
      <pc:sldChg chg="addSp new mod">
        <pc:chgData name="suwon2 jin" userId="3cf9c821b105ac13" providerId="LiveId" clId="{7FA51403-07A6-42B7-BF86-AF8338884EA3}" dt="2026-06-15T05:15:18.096" v="1037" actId="22"/>
        <pc:sldMkLst>
          <pc:docMk/>
          <pc:sldMk cId="709964374" sldId="328"/>
        </pc:sldMkLst>
        <pc:picChg chg="add">
          <ac:chgData name="suwon2 jin" userId="3cf9c821b105ac13" providerId="LiveId" clId="{7FA51403-07A6-42B7-BF86-AF8338884EA3}" dt="2026-06-15T05:15:18.096" v="1037" actId="22"/>
          <ac:picMkLst>
            <pc:docMk/>
            <pc:sldMk cId="709964374" sldId="328"/>
            <ac:picMk id="5" creationId="{FE73546D-2ACD-39D7-0120-D916E9828821}"/>
          </ac:picMkLst>
        </pc:picChg>
      </pc:sldChg>
      <pc:sldChg chg="addSp new mod">
        <pc:chgData name="suwon2 jin" userId="3cf9c821b105ac13" providerId="LiveId" clId="{7FA51403-07A6-42B7-BF86-AF8338884EA3}" dt="2026-06-15T05:15:26.567" v="1038" actId="22"/>
        <pc:sldMkLst>
          <pc:docMk/>
          <pc:sldMk cId="1225777244" sldId="329"/>
        </pc:sldMkLst>
        <pc:picChg chg="add">
          <ac:chgData name="suwon2 jin" userId="3cf9c821b105ac13" providerId="LiveId" clId="{7FA51403-07A6-42B7-BF86-AF8338884EA3}" dt="2026-06-15T05:15:26.567" v="1038" actId="22"/>
          <ac:picMkLst>
            <pc:docMk/>
            <pc:sldMk cId="1225777244" sldId="329"/>
            <ac:picMk id="5" creationId="{2C51160F-3687-C11B-F836-FA6E502849C3}"/>
          </ac:picMkLst>
        </pc:picChg>
      </pc:sldChg>
      <pc:sldChg chg="addSp new mod">
        <pc:chgData name="suwon2 jin" userId="3cf9c821b105ac13" providerId="LiveId" clId="{7FA51403-07A6-42B7-BF86-AF8338884EA3}" dt="2026-06-15T05:16:17.958" v="1043" actId="22"/>
        <pc:sldMkLst>
          <pc:docMk/>
          <pc:sldMk cId="3183246913" sldId="330"/>
        </pc:sldMkLst>
        <pc:picChg chg="add">
          <ac:chgData name="suwon2 jin" userId="3cf9c821b105ac13" providerId="LiveId" clId="{7FA51403-07A6-42B7-BF86-AF8338884EA3}" dt="2026-06-15T05:16:17.958" v="1043" actId="22"/>
          <ac:picMkLst>
            <pc:docMk/>
            <pc:sldMk cId="3183246913" sldId="330"/>
            <ac:picMk id="5" creationId="{21B8C349-2890-4617-459E-D72358C77432}"/>
          </ac:picMkLst>
        </pc:picChg>
      </pc:sldChg>
      <pc:sldChg chg="addSp modSp new mod">
        <pc:chgData name="suwon2 jin" userId="3cf9c821b105ac13" providerId="LiveId" clId="{7FA51403-07A6-42B7-BF86-AF8338884EA3}" dt="2026-06-15T05:21:23.312" v="1047" actId="1037"/>
        <pc:sldMkLst>
          <pc:docMk/>
          <pc:sldMk cId="3099577636" sldId="331"/>
        </pc:sldMkLst>
        <pc:picChg chg="add mod">
          <ac:chgData name="suwon2 jin" userId="3cf9c821b105ac13" providerId="LiveId" clId="{7FA51403-07A6-42B7-BF86-AF8338884EA3}" dt="2026-06-15T05:21:23.312" v="1047" actId="1037"/>
          <ac:picMkLst>
            <pc:docMk/>
            <pc:sldMk cId="3099577636" sldId="331"/>
            <ac:picMk id="5" creationId="{A679EE93-BB8B-94B3-A16B-39B8064DC079}"/>
          </ac:picMkLst>
        </pc:picChg>
      </pc:sldChg>
      <pc:sldChg chg="new del">
        <pc:chgData name="suwon2 jin" userId="3cf9c821b105ac13" providerId="LiveId" clId="{7FA51403-07A6-42B7-BF86-AF8338884EA3}" dt="2026-06-15T05:50:38.827" v="1048" actId="47"/>
        <pc:sldMkLst>
          <pc:docMk/>
          <pc:sldMk cId="3405339900" sldId="33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05F95-6D49-13C9-0966-9238758F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3475FE-0477-A85E-EC87-69E179EEC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6F8EEA-D923-FB91-67CC-614A5E70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15AC5-DE75-F32F-5F16-27C7EEDF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42482-E540-E165-658D-07B9CF52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14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4444D-2836-3905-4029-ECE5FEEA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E1F3DA-CB68-E82B-142D-A64056A36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9F9315-8C33-300C-E5D4-45A137A1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2F0CD-4CD1-3808-ED47-75FF009F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DAC30-07B6-16B8-37E1-00874867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43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4CA6A-E660-2E12-A3AA-F216BA2D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EFB082-2DE3-093F-E1E9-0128803AF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B1091-9881-E8C8-948E-37F486C4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A179C-AA27-7EF6-CF74-03EA0746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5B32E-503B-2511-664E-C5E47DB7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79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F919-89A7-3F46-9129-B39626AC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1A11EC-B32F-780F-49C9-A3E00E1CE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89DDD3-29D6-41B4-09D4-223F24947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273079-06A3-1A86-C75C-68EA8045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E6765-B22C-6ABD-C752-2B99FC0D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112B65-E346-48C2-E273-FC010DD3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19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EF9FE-A815-5B91-C850-6F5E4943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70E02A-A60B-B7FE-5A36-D7E3E50B5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2932C3-528D-0154-6009-373D4007C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947189-84CA-BDFE-28AE-298D7721E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A0F420-CE86-633A-600B-EB85465FE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B55AC9-A7B4-F370-5AD7-5A9BF76C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6782F1-D358-B5D4-598E-C232B443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15B1C7-DECD-47C5-2216-415C9793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1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43A86-FAE3-DB3B-F7EE-FDC4AA70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D68DBC-AAC1-8E3E-7A51-E62EE95B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A59CD6-CA57-56ED-9646-4E2BDEA6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CABC3B-81CA-A24E-594D-C2E0F03F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7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C87D78-2625-32AF-F473-A39F9060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D74A5C-C6AB-6780-7204-AF31CAEF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1BF945-404F-42D3-0BA8-79F39DBD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12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4B962-9CBF-0ED0-31A6-60A84660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5DA65-8AA8-6941-D53E-F6CB84D6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C4CCDF-DD11-04B4-9041-E3F23274C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E328F-68A0-D9AE-D7A1-24473134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5C1727-7B6F-D0E4-B4BF-FC804CE6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576A00-3714-86CE-B565-141675A8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08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7D47F-D045-5739-844D-EC44B6B7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F71BE2-B773-882A-A0E9-364F916A7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C74079-C8BF-9FB2-005A-AF96D6C19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92516-C919-19A1-BB3D-0AE70BFE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E45983-2571-4A03-5A28-8AB653F5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E9F3D-5B2A-E176-F842-CA17BAF8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66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874D9-D68F-7BBF-0A4C-F317E475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3618EE-5C9C-4586-9212-2899C253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A5825-BD2B-94B8-6555-8E4F734E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655F5-DECD-582D-A748-E39C18C5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287C0-F2B5-EBFD-159E-22E0DF71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40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BA9D6D-5CF1-2F44-C106-CF2CCF777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E80FD6-E687-BE50-6011-BD8486806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B609B-69DC-2CEC-36DF-4074FFA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A37E0-D24D-FF6F-08C3-DEA5EC88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81B6DB-0E4B-5181-D6F0-5670D204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2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6CB391-28FA-E7E3-6C47-954014BA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87B046-C0BC-5F92-865E-998DD956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49E03-DABF-1666-8A4E-27F3235EE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4F755-A0B6-4BEA-8B38-E5FE993D0D5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F9AE7-0CDA-9C96-3E61-E35EA260A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4CFA2-D60C-341F-1537-B72F93551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50779-EDB5-4FDF-91D8-9B0C33BA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5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FDF7D-AD9B-6007-6284-06AB0065B9B1}"/>
              </a:ext>
            </a:extLst>
          </p:cNvPr>
          <p:cNvSpPr txBox="1"/>
          <p:nvPr/>
        </p:nvSpPr>
        <p:spPr>
          <a:xfrm>
            <a:off x="3438770" y="3244334"/>
            <a:ext cx="5395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10</a:t>
            </a:r>
            <a:r>
              <a:rPr lang="ko-KR" altLang="en-US" sz="2800" dirty="0"/>
              <a:t>강 </a:t>
            </a:r>
            <a:r>
              <a:rPr lang="en-US" altLang="ko-KR" sz="2800" dirty="0" err="1"/>
              <a:t>STL</a:t>
            </a:r>
            <a:r>
              <a:rPr lang="ko-KR" altLang="en-US" sz="2800" dirty="0"/>
              <a:t>에 대해서 알아보자</a:t>
            </a:r>
          </a:p>
        </p:txBody>
      </p:sp>
    </p:spTree>
    <p:extLst>
      <p:ext uri="{BB962C8B-B14F-4D97-AF65-F5344CB8AC3E}">
        <p14:creationId xmlns:p14="http://schemas.microsoft.com/office/powerpoint/2010/main" val="390983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F314C-D599-AC88-427E-F01C5EEB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385DAC-08EE-BC21-C0EF-BDE3235C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62"/>
            <a:ext cx="12192000" cy="66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3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E3C0-74FD-1E8D-676F-94AC5F2A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7C619A-BC27-4283-3AB4-09C12D97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62"/>
            <a:ext cx="12192000" cy="66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9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B483-2916-519C-884B-4B6C8DEB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F0A81C-B654-CCBC-F069-73CB5837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62"/>
            <a:ext cx="12192000" cy="66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8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025D-844B-FFC6-21C9-D8A48250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576599-BF59-7B16-47C3-F300AF3F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62"/>
            <a:ext cx="12192000" cy="6665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90B845-A01E-9B96-DE14-002479734D00}"/>
              </a:ext>
            </a:extLst>
          </p:cNvPr>
          <p:cNvSpPr txBox="1"/>
          <p:nvPr/>
        </p:nvSpPr>
        <p:spPr>
          <a:xfrm>
            <a:off x="5947144" y="3168503"/>
            <a:ext cx="464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#include &lt;array&gt; </a:t>
            </a:r>
            <a:r>
              <a:rPr lang="ko-KR" altLang="en-US" dirty="0"/>
              <a:t>식으로 적어주면 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7FB0B-AA9B-C65B-B517-90587C0C9966}"/>
              </a:ext>
            </a:extLst>
          </p:cNvPr>
          <p:cNvSpPr txBox="1"/>
          <p:nvPr/>
        </p:nvSpPr>
        <p:spPr>
          <a:xfrm>
            <a:off x="3310270" y="4595688"/>
            <a:ext cx="464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</a:t>
            </a:r>
            <a:r>
              <a:rPr lang="ko-KR" altLang="en-US" dirty="0"/>
              <a:t>알사용하기 위해 필요하다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E234D-1E0C-BF4F-210C-9F28B5D33517}"/>
              </a:ext>
            </a:extLst>
          </p:cNvPr>
          <p:cNvSpPr txBox="1"/>
          <p:nvPr/>
        </p:nvSpPr>
        <p:spPr>
          <a:xfrm>
            <a:off x="1662223" y="5838207"/>
            <a:ext cx="961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데이터를 접근할 때 인덱스 대신에 </a:t>
            </a:r>
            <a:r>
              <a:rPr lang="en-US" altLang="ko-KR" dirty="0" err="1"/>
              <a:t>STL</a:t>
            </a:r>
            <a:r>
              <a:rPr lang="ko-KR" altLang="en-US" dirty="0"/>
              <a:t>에서 </a:t>
            </a:r>
            <a:r>
              <a:rPr lang="ko-KR" altLang="en-US" dirty="0" err="1"/>
              <a:t>구현해놓은</a:t>
            </a:r>
            <a:r>
              <a:rPr lang="ko-KR" altLang="en-US" dirty="0"/>
              <a:t> 반복자를 사용하기만 하면 된다</a:t>
            </a:r>
          </a:p>
        </p:txBody>
      </p:sp>
    </p:spTree>
    <p:extLst>
      <p:ext uri="{BB962C8B-B14F-4D97-AF65-F5344CB8AC3E}">
        <p14:creationId xmlns:p14="http://schemas.microsoft.com/office/powerpoint/2010/main" val="412732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755E-DB9E-A4EE-8153-46262EF2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13CD36-CC7A-1CE7-783F-E3BE25E9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" y="0"/>
            <a:ext cx="12182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3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41C7-43C6-AC6A-4197-1C403872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2191DA-440F-BABC-90C7-9D846871C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" y="-10633"/>
            <a:ext cx="12182427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C389A1-5282-DA0C-0B06-E41B1181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62C9D-5A52-0CA2-C864-2372AEEC8F5B}"/>
              </a:ext>
            </a:extLst>
          </p:cNvPr>
          <p:cNvSpPr txBox="1"/>
          <p:nvPr/>
        </p:nvSpPr>
        <p:spPr>
          <a:xfrm>
            <a:off x="7942521" y="946298"/>
            <a:ext cx="2902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갖다 쓰되</a:t>
            </a:r>
            <a:r>
              <a:rPr lang="en-US" altLang="ko-KR" dirty="0"/>
              <a:t>, </a:t>
            </a:r>
            <a:r>
              <a:rPr lang="ko-KR" altLang="en-US" dirty="0"/>
              <a:t>어떤 기능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를 가지고 있는지 알면 됨</a:t>
            </a:r>
          </a:p>
        </p:txBody>
      </p:sp>
    </p:spTree>
    <p:extLst>
      <p:ext uri="{BB962C8B-B14F-4D97-AF65-F5344CB8AC3E}">
        <p14:creationId xmlns:p14="http://schemas.microsoft.com/office/powerpoint/2010/main" val="947188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F883-DC81-2008-003D-0FA03EB6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0E41DA-2C58-4616-D692-FD4DDCF1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6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F016-A1AC-F66C-F854-7AD6344F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B85E1B-6DCD-D695-6B33-16574EAA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827A0E1A-1841-69AA-62F2-F307C044D9FE}"/>
              </a:ext>
            </a:extLst>
          </p:cNvPr>
          <p:cNvSpPr/>
          <p:nvPr/>
        </p:nvSpPr>
        <p:spPr>
          <a:xfrm>
            <a:off x="5901070" y="1244009"/>
            <a:ext cx="3923414" cy="786810"/>
          </a:xfrm>
          <a:prstGeom prst="wedgeRectCallout">
            <a:avLst>
              <a:gd name="adj1" fmla="val -61754"/>
              <a:gd name="adj2" fmla="val 135473"/>
            </a:avLst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포인터 멤버 변수가 있을 때는 복사 생성자와 대입 연산자가 필요하다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07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6708-22FE-E38D-AD2D-586216E3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882FEA-5AA5-29A9-77F3-DDE68D76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CA2DB74D-1FF7-95AE-AFA6-ACE9693AD47A}"/>
              </a:ext>
            </a:extLst>
          </p:cNvPr>
          <p:cNvSpPr/>
          <p:nvPr/>
        </p:nvSpPr>
        <p:spPr>
          <a:xfrm>
            <a:off x="7985051" y="5039833"/>
            <a:ext cx="3349256" cy="1392864"/>
          </a:xfrm>
          <a:prstGeom prst="wedgeRectCallout">
            <a:avLst>
              <a:gd name="adj1" fmla="val -30176"/>
              <a:gd name="adj2" fmla="val -70923"/>
            </a:avLst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컨테이너가 무슨 종류이건 간에</a:t>
            </a:r>
            <a:r>
              <a:rPr lang="en-US" altLang="ko-KR" dirty="0">
                <a:solidFill>
                  <a:schemeClr val="tx1"/>
                </a:solidFill>
              </a:rPr>
              <a:t>, first()</a:t>
            </a:r>
            <a:r>
              <a:rPr lang="ko-KR" altLang="en-US" dirty="0">
                <a:solidFill>
                  <a:schemeClr val="tx1"/>
                </a:solidFill>
              </a:rPr>
              <a:t>를 사용하면 </a:t>
            </a:r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ko-KR" altLang="en-US" dirty="0">
                <a:solidFill>
                  <a:schemeClr val="tx1"/>
                </a:solidFill>
              </a:rPr>
              <a:t>첫 번째 데이터를 불러온다</a:t>
            </a:r>
            <a:r>
              <a:rPr lang="en-US" altLang="ko-KR" dirty="0">
                <a:solidFill>
                  <a:schemeClr val="tx1"/>
                </a:solidFill>
              </a:rPr>
              <a:t>‘(</a:t>
            </a:r>
            <a:r>
              <a:rPr lang="ko-KR" altLang="en-US" dirty="0">
                <a:solidFill>
                  <a:schemeClr val="tx1"/>
                </a:solidFill>
              </a:rPr>
              <a:t>추상적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426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3C125-33B2-94F2-A2DB-271C341E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32F767-D508-E837-7B70-EF94777B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35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9CB0-E478-BA43-B1AA-779487D0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C839C3-A36E-329E-9834-F79C6332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7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D2D3-24F3-F9F6-A560-684F92D7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14D3A9-B33C-292E-6758-67B947BED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28C42-B65D-6A2C-2060-6CF78CFC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9A4E132-2848-C16A-9B8B-E0B4F4DF9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D89DC6-627E-9272-378A-687F846D44DC}"/>
              </a:ext>
            </a:extLst>
          </p:cNvPr>
          <p:cNvSpPr txBox="1"/>
          <p:nvPr/>
        </p:nvSpPr>
        <p:spPr>
          <a:xfrm>
            <a:off x="8144539" y="5812098"/>
            <a:ext cx="2264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  <a:r>
              <a:rPr lang="ko-KR" altLang="en-US" dirty="0"/>
              <a:t>페이지 먼저 보고 </a:t>
            </a:r>
            <a:r>
              <a:rPr lang="en-US" altLang="ko-KR" dirty="0"/>
              <a:t>16</a:t>
            </a:r>
            <a:r>
              <a:rPr lang="ko-KR" altLang="en-US" dirty="0"/>
              <a:t>페이지로 갑시다</a:t>
            </a:r>
          </a:p>
        </p:txBody>
      </p:sp>
    </p:spTree>
    <p:extLst>
      <p:ext uri="{BB962C8B-B14F-4D97-AF65-F5344CB8AC3E}">
        <p14:creationId xmlns:p14="http://schemas.microsoft.com/office/powerpoint/2010/main" val="28627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252A-1C97-54A8-5CAB-6DBECFBF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3885B9-DC1D-5870-27BC-9A6372976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69E4-033F-8DB7-F0A6-24C59B0E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5DAB9D-95EB-F43F-D6D6-BBDFE0966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0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C459-28D1-BE56-D573-ACC6D9C3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0301D8-98DD-636F-D7B8-087310D82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20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567DD-A3B5-C31A-2AB5-36712FBE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F1E751-17DC-B84A-7DBF-A297F90F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5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0511B4-7CA6-58B6-5DF0-6355DA791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35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E007-0D43-B045-C288-69505509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42BCA4-A798-1AF2-869B-8E40525C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63CB-7316-496A-724C-B5940CB7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EC1B4A-EDC4-9362-761A-14FC4B9A4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37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4CCF-206D-3ED8-4004-89337DBA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98F89F-461C-F186-76A5-57BD349C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71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0626F-FA97-EB1B-9117-F9DDF275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2BA5C9-C2CD-607B-9FCC-5AB529CA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3A3431-243B-9432-5343-C3093E044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02" y="3342832"/>
            <a:ext cx="22764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71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7BE0-7F32-0CE4-14AE-2EEA436D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0DCD20A-37D5-87E7-3800-10D2E5238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70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2C6B-D3D8-2B91-146F-8C27A7DA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A7EBAE-9DE8-D9CD-8503-3A20AF89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48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03C9-4E25-C96C-6C45-4384F0FA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CB1572-DD85-1C90-6965-F5459682E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0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5C6A-F301-8297-1264-FF7DF135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889BAB-2749-8907-73CC-E2A80DE6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86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06EF-7999-B0CB-ED22-40BC243F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DF6C17-4321-BC9D-1DC1-F36762C1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3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0D9F-EBFF-7270-5476-AB14494C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98DCFC-5572-CEC9-BEC1-BAF013793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38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2995C-576D-3095-5A2D-0C1044C8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2989BE2-5950-A814-E683-1DC0D090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52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D4F7-EE15-B608-C0BE-A220E262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D66EEFC-3923-60F5-AC4F-C283D3901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66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6E76-850E-5F11-1589-A2AB34EA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3A9EE6-16D0-B62C-97B6-24566DCFA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89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EAFC-5A72-17F5-4191-9F01B6D5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A3CDA1-599D-3DBF-5436-5B06BC31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22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E0D9-5BAC-D862-D589-9EBB9613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834D85-6F26-405F-6848-979D09EAD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38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94EC-E07E-519A-6FB9-9E59FEF7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21F9B8-5956-C66E-B387-4A9F6195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91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0E05-F290-78B0-31B2-8336B94B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7B9DA5-A5BD-B82B-37CA-584008EA6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91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7BC1-8836-7CDC-3ADE-0C137510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0DF0FB-6B3A-A64B-B7BE-33993541D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61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1084-11DE-504B-7F1F-7A3E00F0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C3D403-9201-0EDD-794F-8CC763EC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97E6-B79D-76AA-F737-E38C1A4F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74B208-9E5E-B190-1BCD-37DFCB73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95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FD53-E201-610C-0B96-7B19D2BB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27A2279-FE45-4C73-5CFD-062F9715E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45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449B-531E-AA97-1C38-9A037DAA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7DB172-9CCC-BE2C-2B2C-A4F6DA4F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83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706B8-84CC-CD65-EC73-5E185D8E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98FBF-DAC6-D3ED-98A1-9C0A2FAA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3D0143-9F2A-0EB7-AFFF-3AA9D2E86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948893-1023-352D-F0F8-9156DF297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-602663"/>
            <a:ext cx="4438650" cy="48565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B32F50-B8DC-C47C-2CCB-F4A4EDC5B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4931481"/>
            <a:ext cx="4478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79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22E95-09DE-F252-31EC-B0C12C41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BD7EA-5DA5-1A5D-1E3C-F763B407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D5CD9F-C000-8A2E-E472-46E73BCE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68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9766A-D879-9B65-5416-7E0FC932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EE512-AD4A-1B8B-EA88-DB21B3458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05AC4-134C-D1A9-C8D5-75A39CB7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31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EC8DC-6DAC-36B3-8BDF-35AE697F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42953-BC1E-1013-CE4E-DCAAF5DD1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29C208-F148-2BDF-0890-62A1FBAC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64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E0D23-9BAE-5ED0-D542-1DEDF61B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F120B-35A5-835C-5E58-4CAA98D0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CCAD0-F797-F188-A79E-ABAA35B8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20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8251E-A033-8D0F-15EE-20CB679D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548205-8434-D910-CF3E-C47AE4226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1C900A-E1F1-6052-D45E-4375E129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DE79-2EEA-B62D-3543-34D51874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6A0321-DE95-BD22-DCC7-1E95EAE2B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945AD5-74C5-ED45-6E26-88FC4199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94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B868D-2861-FFF8-BF5B-E162412D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7E01A-72C1-FC90-6CB7-6421087E2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0B8636-6074-6047-E535-64E886E7E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51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C197-4DA0-6FBE-8230-406B6AAB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4CB2A-65B5-5285-D1DA-7BE62C76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79B805-E14C-3DB8-A861-D13E9458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66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8DC24-48A3-B934-81AE-64C3B198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5932A-4CFF-916A-7354-81460A2A9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AD72D9-370A-F7CB-8437-46A34765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128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6DF75-3E46-1272-7789-8F5043E8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BC7C12-2A11-1F58-36FD-7BC6C3025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ECB4AE-B3A0-5672-2FB7-27ED9EBE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478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EFBE1-F6BC-9EE2-144A-20028D58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FD87EA-09A5-3819-316A-8E4A611C9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5D89E4-810D-E82F-04BE-2EC49E7A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592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C72EE-4E6A-1B97-AE0E-85DD012A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28546-6FD8-26D5-0F02-0AF3BB945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36E72D-60C8-7426-CC5A-150E55B01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01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E754F-1BE3-7BF6-3FF5-D0918237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782E0-4E84-B610-E046-78128CA98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16A33F-7F34-E8F1-E7CF-A99899309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10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053EF-7D54-EF99-EAE6-70DD725B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0F0F9-0C27-FEB3-FB92-59245C23A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F2B52B-61A7-F858-5B76-D8271D911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60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89B51-7208-706D-1D54-E8F33DE3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A904B-28CE-0C2F-2BAB-8B1CAD56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6A29C6-1705-CE5E-FC07-917FA659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54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CD376-19FD-5313-D443-1135646D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E62EAC-B4C9-E323-1230-6824A399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7990D3-23DC-BDD0-185B-68AE6DD2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34AACA-7071-E34C-8675-56037DEF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88" y="5931786"/>
            <a:ext cx="5641437" cy="55829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2C83F8-40E8-1D02-402A-950D45EB7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812" y="-1190625"/>
            <a:ext cx="5867400" cy="3943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1971848-C517-F3C9-C5AD-B7724FDA2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4812" y="2752725"/>
            <a:ext cx="6025328" cy="31790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13D938-E3C0-A261-476B-C6B0633F0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24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04AD3-0EA3-4A5A-3C96-60BFF952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57FDA4-3867-9F36-B041-7333AD5DC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01C91-D775-E756-9C7E-9504A38B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1F96BA7-6290-2142-47F7-5B912480C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299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C7AE8-E1FF-2595-E4AF-C4DA2017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11BBD-CBA6-C007-B59C-DF9851FE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6888F2-410E-EE7A-10EC-B85F08D9B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7A72BC-554D-A1CF-DB51-18E513D64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70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8585C-7B42-73B9-64C9-D752E8D0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909BF-4013-C0F6-6F17-C7D96F86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0F8FD-5C2C-566E-9711-9C5D8A9E5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D98793-0F80-7DC4-08F2-A76CAFFDE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859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78BE0-1CF4-820F-1C0E-5FE8D91A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2338D-0C89-C6AA-C189-63B81C135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61B4DF-0C22-9901-BB18-9124AC91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D05E64-F257-1BA4-195D-A6ED0C388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04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696E4-2D33-BF02-4B72-7D7ED93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C03E2-6CDE-543F-1547-08E40BB0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D9E4F4-A350-9B87-25E8-4019CD39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46F7A3-544C-68DF-4B34-42655142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54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328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07584-8005-D527-B0B4-BD563B78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E1AEF-1925-6A8F-55D9-67CA8AF9F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4B579B-5B05-1EB7-171E-C3AEEA9D8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79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3A054-BE7E-4C2F-95B0-C906B48E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D4EF7-F51B-DAE1-13AD-F229C47FF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94137D-FBD4-5BCC-9DBB-312C3019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866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E595F-3AB4-57E4-FFE8-894BA8CA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02A10-C334-772A-CD40-9CC7D262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2FD2CE-9F5A-4B65-F0E2-CA5FB3E8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983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70FD9-D0A6-14DB-0C4A-7FB2146D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18D10-3BF6-A114-545E-61F8490C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A8A982-7F3A-1FE0-1D7E-DFEE95CAA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35CCE2-9D8A-CE93-EB4F-9D2018755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012" y="2538412"/>
            <a:ext cx="6796961" cy="3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66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560FB-6DC3-094B-DA8F-B5DBCBA8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B445E-796D-FC4E-0D6B-97D0C8072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6E1BD4-BDB8-6762-6D71-87011BDB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308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C8F42-C62C-0601-8383-737275AD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00E8E9-8E6B-DE6A-46FC-C4250DCBE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73546D-2ACD-39D7-0120-D916E9828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643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06C49-6829-5DA8-3A5E-3E0B4F1E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09C54-CDD2-E377-6275-9AD6245F3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51160F-3687-C11B-F836-FA6E5028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772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50A36-34FA-D8E9-319B-44D84C8C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E7F4E-CC1D-6B01-58F8-4DF00B88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F214F9-2208-5815-661A-F9B38703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284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6A3B7-B1BE-7A30-A74C-05199AD0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814004-5A97-C63C-C585-39367833A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0BF828-4E24-BC37-0035-E1F495C19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90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3C9A1-FA71-6342-ABAC-E1A0D600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D8FEC-066D-A484-EF19-D771CB2C2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AECB8F-0477-58C2-F440-CE85EFAF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706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4A7E5-0A94-D9E0-F2D8-C9ECD5CC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79825-804C-9F14-82BD-4D4F4F66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B8C349-2890-4617-459E-D72358C77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469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DE582-8A7C-2435-87AB-51F4D0EE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D204F-D93A-FA93-D84D-A4A035418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79EE93-BB8B-94B3-A16B-39B8064D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74906"/>
            <a:ext cx="12192000" cy="670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7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78</Words>
  <Application>Microsoft Office PowerPoint</Application>
  <PresentationFormat>와이드스크린</PresentationFormat>
  <Paragraphs>8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7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suwon2 jin</dc:creator>
  <cp:lastModifiedBy>suwon2 jin</cp:lastModifiedBy>
  <cp:revision>1</cp:revision>
  <dcterms:created xsi:type="dcterms:W3CDTF">2026-05-15T10:15:56Z</dcterms:created>
  <dcterms:modified xsi:type="dcterms:W3CDTF">2026-06-15T05:50:54Z</dcterms:modified>
</cp:coreProperties>
</file>